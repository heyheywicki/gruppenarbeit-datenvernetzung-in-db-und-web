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77" r:id="rId4"/>
    <p:sldId id="278" r:id="rId5"/>
    <p:sldId id="276" r:id="rId6"/>
    <p:sldId id="272" r:id="rId7"/>
    <p:sldId id="273" r:id="rId8"/>
    <p:sldId id="275" r:id="rId9"/>
    <p:sldId id="271" r:id="rId10"/>
    <p:sldId id="27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15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D6F168-F5A9-49F8-B0E0-1165A8B30FFB}" v="569" dt="2024-09-30T19:49:43.5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6" autoAdjust="0"/>
    <p:restoredTop sz="94660"/>
  </p:normalViewPr>
  <p:slideViewPr>
    <p:cSldViewPr snapToGrid="0">
      <p:cViewPr varScale="1">
        <p:scale>
          <a:sx n="79" d="100"/>
          <a:sy n="79" d="100"/>
        </p:scale>
        <p:origin x="80" y="9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9" d="100"/>
          <a:sy n="119" d="100"/>
        </p:scale>
        <p:origin x="1448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Köppel" userId="a1c82a6b-ff15-4c84-b95c-d36bf0797521" providerId="ADAL" clId="{1DD6F168-F5A9-49F8-B0E0-1165A8B30FFB}"/>
    <pc:docChg chg="undo custSel addSld delSld modSld">
      <pc:chgData name="Peter Köppel" userId="a1c82a6b-ff15-4c84-b95c-d36bf0797521" providerId="ADAL" clId="{1DD6F168-F5A9-49F8-B0E0-1165A8B30FFB}" dt="2024-09-30T19:49:43.566" v="899" actId="20577"/>
      <pc:docMkLst>
        <pc:docMk/>
      </pc:docMkLst>
      <pc:sldChg chg="delSp modSp mod delAnim">
        <pc:chgData name="Peter Köppel" userId="a1c82a6b-ff15-4c84-b95c-d36bf0797521" providerId="ADAL" clId="{1DD6F168-F5A9-49F8-B0E0-1165A8B30FFB}" dt="2024-09-30T19:10:32.813" v="254" actId="6549"/>
        <pc:sldMkLst>
          <pc:docMk/>
          <pc:sldMk cId="3084736329" sldId="256"/>
        </pc:sldMkLst>
        <pc:spChg chg="mod">
          <ac:chgData name="Peter Köppel" userId="a1c82a6b-ff15-4c84-b95c-d36bf0797521" providerId="ADAL" clId="{1DD6F168-F5A9-49F8-B0E0-1165A8B30FFB}" dt="2024-09-30T19:09:07.219" v="90" actId="20577"/>
          <ac:spMkLst>
            <pc:docMk/>
            <pc:sldMk cId="3084736329" sldId="256"/>
            <ac:spMk id="2" creationId="{ABAC1661-7DB4-486B-BCA2-26453EBAD486}"/>
          </ac:spMkLst>
        </pc:spChg>
        <pc:spChg chg="mod">
          <ac:chgData name="Peter Köppel" userId="a1c82a6b-ff15-4c84-b95c-d36bf0797521" providerId="ADAL" clId="{1DD6F168-F5A9-49F8-B0E0-1165A8B30FFB}" dt="2024-09-30T19:09:55.243" v="200" actId="20577"/>
          <ac:spMkLst>
            <pc:docMk/>
            <pc:sldMk cId="3084736329" sldId="256"/>
            <ac:spMk id="3" creationId="{E780744F-EF51-FDCC-7FE2-65B227663E68}"/>
          </ac:spMkLst>
        </pc:spChg>
        <pc:spChg chg="mod">
          <ac:chgData name="Peter Köppel" userId="a1c82a6b-ff15-4c84-b95c-d36bf0797521" providerId="ADAL" clId="{1DD6F168-F5A9-49F8-B0E0-1165A8B30FFB}" dt="2024-09-30T19:09:40.672" v="165" actId="6549"/>
          <ac:spMkLst>
            <pc:docMk/>
            <pc:sldMk cId="3084736329" sldId="256"/>
            <ac:spMk id="4" creationId="{8635F091-B89C-1FCA-01FC-F74702C749D4}"/>
          </ac:spMkLst>
        </pc:spChg>
        <pc:spChg chg="del">
          <ac:chgData name="Peter Köppel" userId="a1c82a6b-ff15-4c84-b95c-d36bf0797521" providerId="ADAL" clId="{1DD6F168-F5A9-49F8-B0E0-1165A8B30FFB}" dt="2024-09-30T19:10:19.370" v="238" actId="478"/>
          <ac:spMkLst>
            <pc:docMk/>
            <pc:sldMk cId="3084736329" sldId="256"/>
            <ac:spMk id="5" creationId="{CD0705C8-3AB1-0FAA-54CF-EB2063C92370}"/>
          </ac:spMkLst>
        </pc:spChg>
        <pc:spChg chg="mod">
          <ac:chgData name="Peter Köppel" userId="a1c82a6b-ff15-4c84-b95c-d36bf0797521" providerId="ADAL" clId="{1DD6F168-F5A9-49F8-B0E0-1165A8B30FFB}" dt="2024-09-30T19:10:15.307" v="237" actId="20577"/>
          <ac:spMkLst>
            <pc:docMk/>
            <pc:sldMk cId="3084736329" sldId="256"/>
            <ac:spMk id="7" creationId="{F7963A58-14A6-E9ED-9248-C28CD66E9A8C}"/>
          </ac:spMkLst>
        </pc:spChg>
        <pc:spChg chg="mod">
          <ac:chgData name="Peter Köppel" userId="a1c82a6b-ff15-4c84-b95c-d36bf0797521" providerId="ADAL" clId="{1DD6F168-F5A9-49F8-B0E0-1165A8B30FFB}" dt="2024-09-30T19:10:32.813" v="254" actId="6549"/>
          <ac:spMkLst>
            <pc:docMk/>
            <pc:sldMk cId="3084736329" sldId="256"/>
            <ac:spMk id="10" creationId="{EE7857FB-8C79-7E6C-D462-4D9E92E941B9}"/>
          </ac:spMkLst>
        </pc:spChg>
      </pc:sldChg>
      <pc:sldChg chg="addSp delSp modSp mod delAnim modAnim">
        <pc:chgData name="Peter Köppel" userId="a1c82a6b-ff15-4c84-b95c-d36bf0797521" providerId="ADAL" clId="{1DD6F168-F5A9-49F8-B0E0-1165A8B30FFB}" dt="2024-09-30T19:28:40.075" v="477" actId="20577"/>
        <pc:sldMkLst>
          <pc:docMk/>
          <pc:sldMk cId="1811841563" sldId="259"/>
        </pc:sldMkLst>
        <pc:spChg chg="add mod">
          <ac:chgData name="Peter Köppel" userId="a1c82a6b-ff15-4c84-b95c-d36bf0797521" providerId="ADAL" clId="{1DD6F168-F5A9-49F8-B0E0-1165A8B30FFB}" dt="2024-09-30T19:10:42.665" v="256"/>
          <ac:spMkLst>
            <pc:docMk/>
            <pc:sldMk cId="1811841563" sldId="259"/>
            <ac:spMk id="2" creationId="{3F9A6FA9-C675-EC03-C3BE-DA6F7892F661}"/>
          </ac:spMkLst>
        </pc:spChg>
        <pc:spChg chg="mod">
          <ac:chgData name="Peter Köppel" userId="a1c82a6b-ff15-4c84-b95c-d36bf0797521" providerId="ADAL" clId="{1DD6F168-F5A9-49F8-B0E0-1165A8B30FFB}" dt="2024-09-30T19:28:40.075" v="477" actId="20577"/>
          <ac:spMkLst>
            <pc:docMk/>
            <pc:sldMk cId="1811841563" sldId="259"/>
            <ac:spMk id="4" creationId="{214C025E-2A4A-1517-533E-BFFB087ECFBD}"/>
          </ac:spMkLst>
        </pc:spChg>
        <pc:spChg chg="add mod">
          <ac:chgData name="Peter Köppel" userId="a1c82a6b-ff15-4c84-b95c-d36bf0797521" providerId="ADAL" clId="{1DD6F168-F5A9-49F8-B0E0-1165A8B30FFB}" dt="2024-09-30T19:23:47.126" v="377" actId="113"/>
          <ac:spMkLst>
            <pc:docMk/>
            <pc:sldMk cId="1811841563" sldId="259"/>
            <ac:spMk id="13" creationId="{A9CA2A43-78ED-B9F5-E4D2-787FFD46D893}"/>
          </ac:spMkLst>
        </pc:spChg>
        <pc:spChg chg="add mod">
          <ac:chgData name="Peter Köppel" userId="a1c82a6b-ff15-4c84-b95c-d36bf0797521" providerId="ADAL" clId="{1DD6F168-F5A9-49F8-B0E0-1165A8B30FFB}" dt="2024-09-30T19:24:04.738" v="382" actId="207"/>
          <ac:spMkLst>
            <pc:docMk/>
            <pc:sldMk cId="1811841563" sldId="259"/>
            <ac:spMk id="14" creationId="{F6443611-D235-E8C1-D451-B0620ABCA5C6}"/>
          </ac:spMkLst>
        </pc:spChg>
        <pc:spChg chg="add mod">
          <ac:chgData name="Peter Köppel" userId="a1c82a6b-ff15-4c84-b95c-d36bf0797521" providerId="ADAL" clId="{1DD6F168-F5A9-49F8-B0E0-1165A8B30FFB}" dt="2024-09-30T19:24:22.238" v="407" actId="6549"/>
          <ac:spMkLst>
            <pc:docMk/>
            <pc:sldMk cId="1811841563" sldId="259"/>
            <ac:spMk id="15" creationId="{A237B9DA-8955-3C9B-638E-6727A628248A}"/>
          </ac:spMkLst>
        </pc:spChg>
        <pc:spChg chg="add mod">
          <ac:chgData name="Peter Köppel" userId="a1c82a6b-ff15-4c84-b95c-d36bf0797521" providerId="ADAL" clId="{1DD6F168-F5A9-49F8-B0E0-1165A8B30FFB}" dt="2024-09-30T19:24:48.504" v="449" actId="6549"/>
          <ac:spMkLst>
            <pc:docMk/>
            <pc:sldMk cId="1811841563" sldId="259"/>
            <ac:spMk id="16" creationId="{9702DA0B-2166-1CB3-21D5-528CA9EE8290}"/>
          </ac:spMkLst>
        </pc:spChg>
        <pc:spChg chg="add mod">
          <ac:chgData name="Peter Köppel" userId="a1c82a6b-ff15-4c84-b95c-d36bf0797521" providerId="ADAL" clId="{1DD6F168-F5A9-49F8-B0E0-1165A8B30FFB}" dt="2024-09-30T19:25:52.374" v="457" actId="1076"/>
          <ac:spMkLst>
            <pc:docMk/>
            <pc:sldMk cId="1811841563" sldId="259"/>
            <ac:spMk id="17" creationId="{2961C7AB-CBB8-27C7-63FB-C99440E2A71D}"/>
          </ac:spMkLst>
        </pc:spChg>
        <pc:spChg chg="add mod">
          <ac:chgData name="Peter Köppel" userId="a1c82a6b-ff15-4c84-b95c-d36bf0797521" providerId="ADAL" clId="{1DD6F168-F5A9-49F8-B0E0-1165A8B30FFB}" dt="2024-09-30T19:25:57.946" v="459" actId="1076"/>
          <ac:spMkLst>
            <pc:docMk/>
            <pc:sldMk cId="1811841563" sldId="259"/>
            <ac:spMk id="18" creationId="{D72998C9-8F32-44C1-CC3C-0B9BDE56D0D4}"/>
          </ac:spMkLst>
        </pc:spChg>
        <pc:spChg chg="del">
          <ac:chgData name="Peter Köppel" userId="a1c82a6b-ff15-4c84-b95c-d36bf0797521" providerId="ADAL" clId="{1DD6F168-F5A9-49F8-B0E0-1165A8B30FFB}" dt="2024-09-30T19:12:51.783" v="296" actId="478"/>
          <ac:spMkLst>
            <pc:docMk/>
            <pc:sldMk cId="1811841563" sldId="259"/>
            <ac:spMk id="67" creationId="{B0486AEC-1ADA-9B7E-009E-4A90302B3069}"/>
          </ac:spMkLst>
        </pc:spChg>
        <pc:spChg chg="del">
          <ac:chgData name="Peter Köppel" userId="a1c82a6b-ff15-4c84-b95c-d36bf0797521" providerId="ADAL" clId="{1DD6F168-F5A9-49F8-B0E0-1165A8B30FFB}" dt="2024-09-30T19:15:28.934" v="302" actId="478"/>
          <ac:spMkLst>
            <pc:docMk/>
            <pc:sldMk cId="1811841563" sldId="259"/>
            <ac:spMk id="68" creationId="{259AC6D3-4DAC-ACBE-C54D-BF45334062C1}"/>
          </ac:spMkLst>
        </pc:spChg>
        <pc:spChg chg="del">
          <ac:chgData name="Peter Köppel" userId="a1c82a6b-ff15-4c84-b95c-d36bf0797521" providerId="ADAL" clId="{1DD6F168-F5A9-49F8-B0E0-1165A8B30FFB}" dt="2024-09-30T19:10:41.780" v="255" actId="478"/>
          <ac:spMkLst>
            <pc:docMk/>
            <pc:sldMk cId="1811841563" sldId="259"/>
            <ac:spMk id="70" creationId="{ED87399C-133D-33A1-8EFE-816C8712E9F8}"/>
          </ac:spMkLst>
        </pc:spChg>
        <pc:spChg chg="del">
          <ac:chgData name="Peter Köppel" userId="a1c82a6b-ff15-4c84-b95c-d36bf0797521" providerId="ADAL" clId="{1DD6F168-F5A9-49F8-B0E0-1165A8B30FFB}" dt="2024-09-30T19:12:53.725" v="297" actId="478"/>
          <ac:spMkLst>
            <pc:docMk/>
            <pc:sldMk cId="1811841563" sldId="259"/>
            <ac:spMk id="71" creationId="{3698ADCA-E53A-4949-E47C-B5D9843F7ED6}"/>
          </ac:spMkLst>
        </pc:spChg>
        <pc:spChg chg="del">
          <ac:chgData name="Peter Köppel" userId="a1c82a6b-ff15-4c84-b95c-d36bf0797521" providerId="ADAL" clId="{1DD6F168-F5A9-49F8-B0E0-1165A8B30FFB}" dt="2024-09-30T19:12:48.112" v="293" actId="478"/>
          <ac:spMkLst>
            <pc:docMk/>
            <pc:sldMk cId="1811841563" sldId="259"/>
            <ac:spMk id="72" creationId="{BC94DF88-8A93-24CF-F0A8-175CFC337EC5}"/>
          </ac:spMkLst>
        </pc:spChg>
        <pc:spChg chg="del">
          <ac:chgData name="Peter Köppel" userId="a1c82a6b-ff15-4c84-b95c-d36bf0797521" providerId="ADAL" clId="{1DD6F168-F5A9-49F8-B0E0-1165A8B30FFB}" dt="2024-09-30T19:12:55.717" v="298" actId="478"/>
          <ac:spMkLst>
            <pc:docMk/>
            <pc:sldMk cId="1811841563" sldId="259"/>
            <ac:spMk id="74" creationId="{64C31E8B-1897-5BE3-F110-78189A23198C}"/>
          </ac:spMkLst>
        </pc:spChg>
        <pc:picChg chg="add del mod">
          <ac:chgData name="Peter Köppel" userId="a1c82a6b-ff15-4c84-b95c-d36bf0797521" providerId="ADAL" clId="{1DD6F168-F5A9-49F8-B0E0-1165A8B30FFB}" dt="2024-09-30T19:15:24.780" v="301" actId="478"/>
          <ac:picMkLst>
            <pc:docMk/>
            <pc:sldMk cId="1811841563" sldId="259"/>
            <ac:picMk id="5" creationId="{45EC88DC-38AC-D00E-C3D9-EBF2AD8308CC}"/>
          </ac:picMkLst>
        </pc:picChg>
        <pc:picChg chg="del">
          <ac:chgData name="Peter Köppel" userId="a1c82a6b-ff15-4c84-b95c-d36bf0797521" providerId="ADAL" clId="{1DD6F168-F5A9-49F8-B0E0-1165A8B30FFB}" dt="2024-09-30T19:12:45.047" v="292" actId="478"/>
          <ac:picMkLst>
            <pc:docMk/>
            <pc:sldMk cId="1811841563" sldId="259"/>
            <ac:picMk id="7" creationId="{DF77B5E6-849D-3EE2-4139-802FABD74EFE}"/>
          </ac:picMkLst>
        </pc:picChg>
        <pc:picChg chg="add mod">
          <ac:chgData name="Peter Köppel" userId="a1c82a6b-ff15-4c84-b95c-d36bf0797521" providerId="ADAL" clId="{1DD6F168-F5A9-49F8-B0E0-1165A8B30FFB}" dt="2024-09-30T19:22:05.591" v="340" actId="1076"/>
          <ac:picMkLst>
            <pc:docMk/>
            <pc:sldMk cId="1811841563" sldId="259"/>
            <ac:picMk id="9" creationId="{CE0323DC-E04A-B432-6921-77712400D391}"/>
          </ac:picMkLst>
        </pc:picChg>
        <pc:picChg chg="del">
          <ac:chgData name="Peter Köppel" userId="a1c82a6b-ff15-4c84-b95c-d36bf0797521" providerId="ADAL" clId="{1DD6F168-F5A9-49F8-B0E0-1165A8B30FFB}" dt="2024-09-30T19:12:48.853" v="294" actId="478"/>
          <ac:picMkLst>
            <pc:docMk/>
            <pc:sldMk cId="1811841563" sldId="259"/>
            <ac:picMk id="11" creationId="{3C97A3A0-8A90-2408-C420-C59983733C43}"/>
          </ac:picMkLst>
        </pc:picChg>
        <pc:picChg chg="add mod">
          <ac:chgData name="Peter Köppel" userId="a1c82a6b-ff15-4c84-b95c-d36bf0797521" providerId="ADAL" clId="{1DD6F168-F5A9-49F8-B0E0-1165A8B30FFB}" dt="2024-09-30T19:22:08.568" v="341" actId="1076"/>
          <ac:picMkLst>
            <pc:docMk/>
            <pc:sldMk cId="1811841563" sldId="259"/>
            <ac:picMk id="12" creationId="{2D10C58D-E91B-28D6-FDF3-A9E23586781D}"/>
          </ac:picMkLst>
        </pc:picChg>
        <pc:picChg chg="del">
          <ac:chgData name="Peter Köppel" userId="a1c82a6b-ff15-4c84-b95c-d36bf0797521" providerId="ADAL" clId="{1DD6F168-F5A9-49F8-B0E0-1165A8B30FFB}" dt="2024-09-30T19:12:49.537" v="295" actId="478"/>
          <ac:picMkLst>
            <pc:docMk/>
            <pc:sldMk cId="1811841563" sldId="259"/>
            <ac:picMk id="46" creationId="{5C396DB3-658D-78A5-D4D8-72B35E73AEEC}"/>
          </ac:picMkLst>
        </pc:picChg>
      </pc:sldChg>
      <pc:sldChg chg="del">
        <pc:chgData name="Peter Köppel" userId="a1c82a6b-ff15-4c84-b95c-d36bf0797521" providerId="ADAL" clId="{1DD6F168-F5A9-49F8-B0E0-1165A8B30FFB}" dt="2024-09-30T19:08:19.515" v="47" actId="2696"/>
        <pc:sldMkLst>
          <pc:docMk/>
          <pc:sldMk cId="154691429" sldId="260"/>
        </pc:sldMkLst>
      </pc:sldChg>
      <pc:sldChg chg="addSp delSp modSp mod">
        <pc:chgData name="Peter Köppel" userId="a1c82a6b-ff15-4c84-b95c-d36bf0797521" providerId="ADAL" clId="{1DD6F168-F5A9-49F8-B0E0-1165A8B30FFB}" dt="2024-09-30T19:12:01.430" v="280" actId="6549"/>
        <pc:sldMkLst>
          <pc:docMk/>
          <pc:sldMk cId="1275137009" sldId="271"/>
        </pc:sldMkLst>
        <pc:spChg chg="add mod">
          <ac:chgData name="Peter Köppel" userId="a1c82a6b-ff15-4c84-b95c-d36bf0797521" providerId="ADAL" clId="{1DD6F168-F5A9-49F8-B0E0-1165A8B30FFB}" dt="2024-09-30T19:11:06.860" v="264"/>
          <ac:spMkLst>
            <pc:docMk/>
            <pc:sldMk cId="1275137009" sldId="271"/>
            <ac:spMk id="2" creationId="{B495B257-AC92-292E-C03A-45F43B3984C7}"/>
          </ac:spMkLst>
        </pc:spChg>
        <pc:spChg chg="del">
          <ac:chgData name="Peter Köppel" userId="a1c82a6b-ff15-4c84-b95c-d36bf0797521" providerId="ADAL" clId="{1DD6F168-F5A9-49F8-B0E0-1165A8B30FFB}" dt="2024-09-30T19:11:06.224" v="263" actId="478"/>
          <ac:spMkLst>
            <pc:docMk/>
            <pc:sldMk cId="1275137009" sldId="271"/>
            <ac:spMk id="3" creationId="{C293A16C-B88C-EA71-F708-AD49A60BF3AC}"/>
          </ac:spMkLst>
        </pc:spChg>
        <pc:spChg chg="mod">
          <ac:chgData name="Peter Köppel" userId="a1c82a6b-ff15-4c84-b95c-d36bf0797521" providerId="ADAL" clId="{1DD6F168-F5A9-49F8-B0E0-1165A8B30FFB}" dt="2024-09-30T19:12:01.430" v="280" actId="6549"/>
          <ac:spMkLst>
            <pc:docMk/>
            <pc:sldMk cId="1275137009" sldId="271"/>
            <ac:spMk id="8" creationId="{9196F732-2095-E4F0-CEFE-5386FF032765}"/>
          </ac:spMkLst>
        </pc:spChg>
      </pc:sldChg>
      <pc:sldChg chg="addSp delSp modSp mod">
        <pc:chgData name="Peter Köppel" userId="a1c82a6b-ff15-4c84-b95c-d36bf0797521" providerId="ADAL" clId="{1DD6F168-F5A9-49F8-B0E0-1165A8B30FFB}" dt="2024-09-30T19:11:33.385" v="270" actId="20577"/>
        <pc:sldMkLst>
          <pc:docMk/>
          <pc:sldMk cId="2525914465" sldId="272"/>
        </pc:sldMkLst>
        <pc:spChg chg="mod">
          <ac:chgData name="Peter Köppel" userId="a1c82a6b-ff15-4c84-b95c-d36bf0797521" providerId="ADAL" clId="{1DD6F168-F5A9-49F8-B0E0-1165A8B30FFB}" dt="2024-09-30T19:11:33.385" v="270" actId="20577"/>
          <ac:spMkLst>
            <pc:docMk/>
            <pc:sldMk cId="2525914465" sldId="272"/>
            <ac:spMk id="4" creationId="{58CD5F29-FFF0-91D7-9D59-882CD68FB64F}"/>
          </ac:spMkLst>
        </pc:spChg>
        <pc:spChg chg="add mod">
          <ac:chgData name="Peter Köppel" userId="a1c82a6b-ff15-4c84-b95c-d36bf0797521" providerId="ADAL" clId="{1DD6F168-F5A9-49F8-B0E0-1165A8B30FFB}" dt="2024-09-30T19:10:49.316" v="258"/>
          <ac:spMkLst>
            <pc:docMk/>
            <pc:sldMk cId="2525914465" sldId="272"/>
            <ac:spMk id="7" creationId="{05988BA9-D26C-513E-2BE5-D6C69B45AE51}"/>
          </ac:spMkLst>
        </pc:spChg>
        <pc:spChg chg="del">
          <ac:chgData name="Peter Köppel" userId="a1c82a6b-ff15-4c84-b95c-d36bf0797521" providerId="ADAL" clId="{1DD6F168-F5A9-49F8-B0E0-1165A8B30FFB}" dt="2024-09-30T19:10:48.801" v="257" actId="478"/>
          <ac:spMkLst>
            <pc:docMk/>
            <pc:sldMk cId="2525914465" sldId="272"/>
            <ac:spMk id="70" creationId="{2D0C659C-F0EC-7C00-A3F9-D85552F901F8}"/>
          </ac:spMkLst>
        </pc:spChg>
      </pc:sldChg>
      <pc:sldChg chg="addSp delSp modSp mod">
        <pc:chgData name="Peter Köppel" userId="a1c82a6b-ff15-4c84-b95c-d36bf0797521" providerId="ADAL" clId="{1DD6F168-F5A9-49F8-B0E0-1165A8B30FFB}" dt="2024-09-30T19:11:37.892" v="272" actId="20577"/>
        <pc:sldMkLst>
          <pc:docMk/>
          <pc:sldMk cId="3814187422" sldId="273"/>
        </pc:sldMkLst>
        <pc:spChg chg="mod">
          <ac:chgData name="Peter Köppel" userId="a1c82a6b-ff15-4c84-b95c-d36bf0797521" providerId="ADAL" clId="{1DD6F168-F5A9-49F8-B0E0-1165A8B30FFB}" dt="2024-09-30T19:11:37.892" v="272" actId="20577"/>
          <ac:spMkLst>
            <pc:docMk/>
            <pc:sldMk cId="3814187422" sldId="273"/>
            <ac:spMk id="4" creationId="{18CF8B37-06BE-0DB8-CFE7-79BC03F711F5}"/>
          </ac:spMkLst>
        </pc:spChg>
        <pc:spChg chg="add mod">
          <ac:chgData name="Peter Köppel" userId="a1c82a6b-ff15-4c84-b95c-d36bf0797521" providerId="ADAL" clId="{1DD6F168-F5A9-49F8-B0E0-1165A8B30FFB}" dt="2024-09-30T19:10:54.849" v="260"/>
          <ac:spMkLst>
            <pc:docMk/>
            <pc:sldMk cId="3814187422" sldId="273"/>
            <ac:spMk id="8" creationId="{F820A57F-71CC-66DD-84C2-D60D6AF93BAA}"/>
          </ac:spMkLst>
        </pc:spChg>
        <pc:spChg chg="del">
          <ac:chgData name="Peter Köppel" userId="a1c82a6b-ff15-4c84-b95c-d36bf0797521" providerId="ADAL" clId="{1DD6F168-F5A9-49F8-B0E0-1165A8B30FFB}" dt="2024-09-30T19:10:54.021" v="259" actId="478"/>
          <ac:spMkLst>
            <pc:docMk/>
            <pc:sldMk cId="3814187422" sldId="273"/>
            <ac:spMk id="70" creationId="{934F1329-88CC-7368-91F5-2326E1D663D5}"/>
          </ac:spMkLst>
        </pc:spChg>
      </pc:sldChg>
      <pc:sldChg chg="addSp delSp modSp mod">
        <pc:chgData name="Peter Köppel" userId="a1c82a6b-ff15-4c84-b95c-d36bf0797521" providerId="ADAL" clId="{1DD6F168-F5A9-49F8-B0E0-1165A8B30FFB}" dt="2024-09-30T19:12:11.466" v="284" actId="6549"/>
        <pc:sldMkLst>
          <pc:docMk/>
          <pc:sldMk cId="4293853107" sldId="274"/>
        </pc:sldMkLst>
        <pc:spChg chg="add mod">
          <ac:chgData name="Peter Köppel" userId="a1c82a6b-ff15-4c84-b95c-d36bf0797521" providerId="ADAL" clId="{1DD6F168-F5A9-49F8-B0E0-1165A8B30FFB}" dt="2024-09-30T19:11:13.139" v="266"/>
          <ac:spMkLst>
            <pc:docMk/>
            <pc:sldMk cId="4293853107" sldId="274"/>
            <ac:spMk id="2" creationId="{60EFBFC2-AAC5-F63F-F864-7AEBA9798415}"/>
          </ac:spMkLst>
        </pc:spChg>
        <pc:spChg chg="del">
          <ac:chgData name="Peter Köppel" userId="a1c82a6b-ff15-4c84-b95c-d36bf0797521" providerId="ADAL" clId="{1DD6F168-F5A9-49F8-B0E0-1165A8B30FFB}" dt="2024-09-30T19:11:12.303" v="265" actId="478"/>
          <ac:spMkLst>
            <pc:docMk/>
            <pc:sldMk cId="4293853107" sldId="274"/>
            <ac:spMk id="3" creationId="{C81300FB-5D0D-FD06-42C1-ECDBA414A5AB}"/>
          </ac:spMkLst>
        </pc:spChg>
        <pc:spChg chg="mod">
          <ac:chgData name="Peter Köppel" userId="a1c82a6b-ff15-4c84-b95c-d36bf0797521" providerId="ADAL" clId="{1DD6F168-F5A9-49F8-B0E0-1165A8B30FFB}" dt="2024-09-30T19:12:11.466" v="284" actId="6549"/>
          <ac:spMkLst>
            <pc:docMk/>
            <pc:sldMk cId="4293853107" sldId="274"/>
            <ac:spMk id="8" creationId="{8917FBF4-BA66-7D99-1648-01F09971580E}"/>
          </ac:spMkLst>
        </pc:spChg>
      </pc:sldChg>
      <pc:sldChg chg="addSp delSp modSp mod">
        <pc:chgData name="Peter Köppel" userId="a1c82a6b-ff15-4c84-b95c-d36bf0797521" providerId="ADAL" clId="{1DD6F168-F5A9-49F8-B0E0-1165A8B30FFB}" dt="2024-09-30T19:11:43.845" v="276" actId="6549"/>
        <pc:sldMkLst>
          <pc:docMk/>
          <pc:sldMk cId="2635066555" sldId="275"/>
        </pc:sldMkLst>
        <pc:spChg chg="add mod">
          <ac:chgData name="Peter Köppel" userId="a1c82a6b-ff15-4c84-b95c-d36bf0797521" providerId="ADAL" clId="{1DD6F168-F5A9-49F8-B0E0-1165A8B30FFB}" dt="2024-09-30T19:11:01.822" v="262"/>
          <ac:spMkLst>
            <pc:docMk/>
            <pc:sldMk cId="2635066555" sldId="275"/>
            <ac:spMk id="2" creationId="{D4B98A6C-BE2B-940D-8A0A-22A1867055E9}"/>
          </ac:spMkLst>
        </pc:spChg>
        <pc:spChg chg="mod">
          <ac:chgData name="Peter Köppel" userId="a1c82a6b-ff15-4c84-b95c-d36bf0797521" providerId="ADAL" clId="{1DD6F168-F5A9-49F8-B0E0-1165A8B30FFB}" dt="2024-09-30T19:11:43.845" v="276" actId="6549"/>
          <ac:spMkLst>
            <pc:docMk/>
            <pc:sldMk cId="2635066555" sldId="275"/>
            <ac:spMk id="4" creationId="{18CF8B37-06BE-0DB8-CFE7-79BC03F711F5}"/>
          </ac:spMkLst>
        </pc:spChg>
        <pc:spChg chg="del">
          <ac:chgData name="Peter Köppel" userId="a1c82a6b-ff15-4c84-b95c-d36bf0797521" providerId="ADAL" clId="{1DD6F168-F5A9-49F8-B0E0-1165A8B30FFB}" dt="2024-09-30T19:11:01.077" v="261" actId="478"/>
          <ac:spMkLst>
            <pc:docMk/>
            <pc:sldMk cId="2635066555" sldId="275"/>
            <ac:spMk id="70" creationId="{934F1329-88CC-7368-91F5-2326E1D663D5}"/>
          </ac:spMkLst>
        </pc:spChg>
      </pc:sldChg>
      <pc:sldChg chg="add">
        <pc:chgData name="Peter Köppel" userId="a1c82a6b-ff15-4c84-b95c-d36bf0797521" providerId="ADAL" clId="{1DD6F168-F5A9-49F8-B0E0-1165A8B30FFB}" dt="2024-09-30T19:12:29.963" v="285" actId="2890"/>
        <pc:sldMkLst>
          <pc:docMk/>
          <pc:sldMk cId="1516732548" sldId="276"/>
        </pc:sldMkLst>
      </pc:sldChg>
      <pc:sldChg chg="addSp delSp modSp add mod delAnim modAnim">
        <pc:chgData name="Peter Köppel" userId="a1c82a6b-ff15-4c84-b95c-d36bf0797521" providerId="ADAL" clId="{1DD6F168-F5A9-49F8-B0E0-1165A8B30FFB}" dt="2024-09-30T19:35:03.389" v="686"/>
        <pc:sldMkLst>
          <pc:docMk/>
          <pc:sldMk cId="2273864241" sldId="277"/>
        </pc:sldMkLst>
        <pc:spChg chg="mod">
          <ac:chgData name="Peter Köppel" userId="a1c82a6b-ff15-4c84-b95c-d36bf0797521" providerId="ADAL" clId="{1DD6F168-F5A9-49F8-B0E0-1165A8B30FFB}" dt="2024-09-30T19:29:24.889" v="537" actId="6549"/>
          <ac:spMkLst>
            <pc:docMk/>
            <pc:sldMk cId="2273864241" sldId="277"/>
            <ac:spMk id="4" creationId="{214C025E-2A4A-1517-533E-BFFB087ECFBD}"/>
          </ac:spMkLst>
        </pc:spChg>
        <pc:spChg chg="add mod">
          <ac:chgData name="Peter Köppel" userId="a1c82a6b-ff15-4c84-b95c-d36bf0797521" providerId="ADAL" clId="{1DD6F168-F5A9-49F8-B0E0-1165A8B30FFB}" dt="2024-09-30T19:34:13.248" v="678" actId="20577"/>
          <ac:spMkLst>
            <pc:docMk/>
            <pc:sldMk cId="2273864241" sldId="277"/>
            <ac:spMk id="7" creationId="{ABFAEEBE-1D71-CF0B-124F-3BB2F10A7449}"/>
          </ac:spMkLst>
        </pc:spChg>
        <pc:spChg chg="del">
          <ac:chgData name="Peter Köppel" userId="a1c82a6b-ff15-4c84-b95c-d36bf0797521" providerId="ADAL" clId="{1DD6F168-F5A9-49F8-B0E0-1165A8B30FFB}" dt="2024-09-30T19:29:31.677" v="540" actId="478"/>
          <ac:spMkLst>
            <pc:docMk/>
            <pc:sldMk cId="2273864241" sldId="277"/>
            <ac:spMk id="13" creationId="{A9CA2A43-78ED-B9F5-E4D2-787FFD46D893}"/>
          </ac:spMkLst>
        </pc:spChg>
        <pc:spChg chg="del">
          <ac:chgData name="Peter Köppel" userId="a1c82a6b-ff15-4c84-b95c-d36bf0797521" providerId="ADAL" clId="{1DD6F168-F5A9-49F8-B0E0-1165A8B30FFB}" dt="2024-09-30T19:29:36.436" v="543" actId="478"/>
          <ac:spMkLst>
            <pc:docMk/>
            <pc:sldMk cId="2273864241" sldId="277"/>
            <ac:spMk id="14" creationId="{F6443611-D235-E8C1-D451-B0620ABCA5C6}"/>
          </ac:spMkLst>
        </pc:spChg>
        <pc:spChg chg="del">
          <ac:chgData name="Peter Köppel" userId="a1c82a6b-ff15-4c84-b95c-d36bf0797521" providerId="ADAL" clId="{1DD6F168-F5A9-49F8-B0E0-1165A8B30FFB}" dt="2024-09-30T19:29:35.114" v="542" actId="478"/>
          <ac:spMkLst>
            <pc:docMk/>
            <pc:sldMk cId="2273864241" sldId="277"/>
            <ac:spMk id="15" creationId="{A237B9DA-8955-3C9B-638E-6727A628248A}"/>
          </ac:spMkLst>
        </pc:spChg>
        <pc:spChg chg="del">
          <ac:chgData name="Peter Köppel" userId="a1c82a6b-ff15-4c84-b95c-d36bf0797521" providerId="ADAL" clId="{1DD6F168-F5A9-49F8-B0E0-1165A8B30FFB}" dt="2024-09-30T19:29:33.278" v="541" actId="478"/>
          <ac:spMkLst>
            <pc:docMk/>
            <pc:sldMk cId="2273864241" sldId="277"/>
            <ac:spMk id="16" creationId="{9702DA0B-2166-1CB3-21D5-528CA9EE8290}"/>
          </ac:spMkLst>
        </pc:spChg>
        <pc:spChg chg="del">
          <ac:chgData name="Peter Köppel" userId="a1c82a6b-ff15-4c84-b95c-d36bf0797521" providerId="ADAL" clId="{1DD6F168-F5A9-49F8-B0E0-1165A8B30FFB}" dt="2024-09-30T19:29:37.844" v="544" actId="478"/>
          <ac:spMkLst>
            <pc:docMk/>
            <pc:sldMk cId="2273864241" sldId="277"/>
            <ac:spMk id="17" creationId="{2961C7AB-CBB8-27C7-63FB-C99440E2A71D}"/>
          </ac:spMkLst>
        </pc:spChg>
        <pc:spChg chg="del">
          <ac:chgData name="Peter Köppel" userId="a1c82a6b-ff15-4c84-b95c-d36bf0797521" providerId="ADAL" clId="{1DD6F168-F5A9-49F8-B0E0-1165A8B30FFB}" dt="2024-09-30T19:29:37.844" v="544" actId="478"/>
          <ac:spMkLst>
            <pc:docMk/>
            <pc:sldMk cId="2273864241" sldId="277"/>
            <ac:spMk id="18" creationId="{D72998C9-8F32-44C1-CC3C-0B9BDE56D0D4}"/>
          </ac:spMkLst>
        </pc:spChg>
        <pc:picChg chg="add mod">
          <ac:chgData name="Peter Köppel" userId="a1c82a6b-ff15-4c84-b95c-d36bf0797521" providerId="ADAL" clId="{1DD6F168-F5A9-49F8-B0E0-1165A8B30FFB}" dt="2024-09-30T19:33:55.279" v="674" actId="1076"/>
          <ac:picMkLst>
            <pc:docMk/>
            <pc:sldMk cId="2273864241" sldId="277"/>
            <ac:picMk id="5" creationId="{AD2173DA-105D-0B9D-25E7-DDEDF8924393}"/>
          </ac:picMkLst>
        </pc:picChg>
        <pc:picChg chg="del">
          <ac:chgData name="Peter Köppel" userId="a1c82a6b-ff15-4c84-b95c-d36bf0797521" providerId="ADAL" clId="{1DD6F168-F5A9-49F8-B0E0-1165A8B30FFB}" dt="2024-09-30T19:29:29.226" v="538" actId="478"/>
          <ac:picMkLst>
            <pc:docMk/>
            <pc:sldMk cId="2273864241" sldId="277"/>
            <ac:picMk id="9" creationId="{CE0323DC-E04A-B432-6921-77712400D391}"/>
          </ac:picMkLst>
        </pc:picChg>
        <pc:picChg chg="del">
          <ac:chgData name="Peter Köppel" userId="a1c82a6b-ff15-4c84-b95c-d36bf0797521" providerId="ADAL" clId="{1DD6F168-F5A9-49F8-B0E0-1165A8B30FFB}" dt="2024-09-30T19:29:30.047" v="539" actId="478"/>
          <ac:picMkLst>
            <pc:docMk/>
            <pc:sldMk cId="2273864241" sldId="277"/>
            <ac:picMk id="12" creationId="{2D10C58D-E91B-28D6-FDF3-A9E23586781D}"/>
          </ac:picMkLst>
        </pc:picChg>
      </pc:sldChg>
      <pc:sldChg chg="addSp delSp modSp add mod modAnim">
        <pc:chgData name="Peter Köppel" userId="a1c82a6b-ff15-4c84-b95c-d36bf0797521" providerId="ADAL" clId="{1DD6F168-F5A9-49F8-B0E0-1165A8B30FFB}" dt="2024-09-30T19:49:43.566" v="899" actId="20577"/>
        <pc:sldMkLst>
          <pc:docMk/>
          <pc:sldMk cId="531237888" sldId="278"/>
        </pc:sldMkLst>
        <pc:spChg chg="mod">
          <ac:chgData name="Peter Köppel" userId="a1c82a6b-ff15-4c84-b95c-d36bf0797521" providerId="ADAL" clId="{1DD6F168-F5A9-49F8-B0E0-1165A8B30FFB}" dt="2024-09-30T19:35:22.641" v="693" actId="20577"/>
          <ac:spMkLst>
            <pc:docMk/>
            <pc:sldMk cId="531237888" sldId="278"/>
            <ac:spMk id="4" creationId="{214C025E-2A4A-1517-533E-BFFB087ECFBD}"/>
          </ac:spMkLst>
        </pc:spChg>
        <pc:spChg chg="mod">
          <ac:chgData name="Peter Köppel" userId="a1c82a6b-ff15-4c84-b95c-d36bf0797521" providerId="ADAL" clId="{1DD6F168-F5A9-49F8-B0E0-1165A8B30FFB}" dt="2024-09-30T19:49:43.566" v="899" actId="20577"/>
          <ac:spMkLst>
            <pc:docMk/>
            <pc:sldMk cId="531237888" sldId="278"/>
            <ac:spMk id="7" creationId="{ABFAEEBE-1D71-CF0B-124F-3BB2F10A7449}"/>
          </ac:spMkLst>
        </pc:spChg>
        <pc:picChg chg="add del">
          <ac:chgData name="Peter Köppel" userId="a1c82a6b-ff15-4c84-b95c-d36bf0797521" providerId="ADAL" clId="{1DD6F168-F5A9-49F8-B0E0-1165A8B30FFB}" dt="2024-09-30T19:35:55.497" v="703" actId="478"/>
          <ac:picMkLst>
            <pc:docMk/>
            <pc:sldMk cId="531237888" sldId="278"/>
            <ac:picMk id="5" creationId="{AD2173DA-105D-0B9D-25E7-DDEDF8924393}"/>
          </ac:picMkLst>
        </pc:picChg>
        <pc:picChg chg="add mod">
          <ac:chgData name="Peter Köppel" userId="a1c82a6b-ff15-4c84-b95c-d36bf0797521" providerId="ADAL" clId="{1DD6F168-F5A9-49F8-B0E0-1165A8B30FFB}" dt="2024-09-30T19:36:02.004" v="704" actId="1076"/>
          <ac:picMkLst>
            <pc:docMk/>
            <pc:sldMk cId="531237888" sldId="278"/>
            <ac:picMk id="8" creationId="{8D1D14EC-D2D8-8139-2C26-456BDA763F2F}"/>
          </ac:picMkLst>
        </pc:picChg>
        <pc:picChg chg="add mod">
          <ac:chgData name="Peter Köppel" userId="a1c82a6b-ff15-4c84-b95c-d36bf0797521" providerId="ADAL" clId="{1DD6F168-F5A9-49F8-B0E0-1165A8B30FFB}" dt="2024-09-30T19:46:40.377" v="810" actId="1076"/>
          <ac:picMkLst>
            <pc:docMk/>
            <pc:sldMk cId="531237888" sldId="278"/>
            <ac:picMk id="10" creationId="{5BC3573F-AA90-0CF0-AEFF-83CE026601BE}"/>
          </ac:picMkLst>
        </pc:picChg>
      </pc:sldChg>
    </pc:docChg>
  </pc:docChgLst>
  <pc:docChgLst>
    <pc:chgData name="Peter Köppel" userId="a1c82a6b-ff15-4c84-b95c-d36bf0797521" providerId="ADAL" clId="{49C4C059-D607-45EF-8F7C-1209EC16B388}"/>
    <pc:docChg chg="undo custSel addSld delSld modSld sldOrd">
      <pc:chgData name="Peter Köppel" userId="a1c82a6b-ff15-4c84-b95c-d36bf0797521" providerId="ADAL" clId="{49C4C059-D607-45EF-8F7C-1209EC16B388}" dt="2024-02-08T13:30:52.968" v="8289" actId="1076"/>
      <pc:docMkLst>
        <pc:docMk/>
      </pc:docMkLst>
      <pc:sldChg chg="addSp modSp mod modAnim">
        <pc:chgData name="Peter Köppel" userId="a1c82a6b-ff15-4c84-b95c-d36bf0797521" providerId="ADAL" clId="{49C4C059-D607-45EF-8F7C-1209EC16B388}" dt="2024-02-08T08:49:19.295" v="7045" actId="1076"/>
        <pc:sldMkLst>
          <pc:docMk/>
          <pc:sldMk cId="3084736329" sldId="256"/>
        </pc:sldMkLst>
        <pc:spChg chg="mod">
          <ac:chgData name="Peter Köppel" userId="a1c82a6b-ff15-4c84-b95c-d36bf0797521" providerId="ADAL" clId="{49C4C059-D607-45EF-8F7C-1209EC16B388}" dt="2024-02-07T15:13:21.480" v="4876" actId="20577"/>
          <ac:spMkLst>
            <pc:docMk/>
            <pc:sldMk cId="3084736329" sldId="256"/>
            <ac:spMk id="4" creationId="{8635F091-B89C-1FCA-01FC-F74702C749D4}"/>
          </ac:spMkLst>
        </pc:spChg>
        <pc:spChg chg="mod">
          <ac:chgData name="Peter Köppel" userId="a1c82a6b-ff15-4c84-b95c-d36bf0797521" providerId="ADAL" clId="{49C4C059-D607-45EF-8F7C-1209EC16B388}" dt="2024-02-07T10:35:14.923" v="240" actId="207"/>
          <ac:spMkLst>
            <pc:docMk/>
            <pc:sldMk cId="3084736329" sldId="256"/>
            <ac:spMk id="5" creationId="{244CD0DE-9E87-1961-E991-4A45DC09DCA1}"/>
          </ac:spMkLst>
        </pc:spChg>
        <pc:spChg chg="add mod">
          <ac:chgData name="Peter Köppel" userId="a1c82a6b-ff15-4c84-b95c-d36bf0797521" providerId="ADAL" clId="{49C4C059-D607-45EF-8F7C-1209EC16B388}" dt="2024-02-08T08:49:19.295" v="7045" actId="1076"/>
          <ac:spMkLst>
            <pc:docMk/>
            <pc:sldMk cId="3084736329" sldId="256"/>
            <ac:spMk id="8" creationId="{231F691F-0931-D3E3-2F1F-E831D414574C}"/>
          </ac:spMkLst>
        </pc:spChg>
      </pc:sldChg>
      <pc:sldChg chg="modSp del mod">
        <pc:chgData name="Peter Köppel" userId="a1c82a6b-ff15-4c84-b95c-d36bf0797521" providerId="ADAL" clId="{49C4C059-D607-45EF-8F7C-1209EC16B388}" dt="2024-02-07T10:31:41.698" v="212" actId="2696"/>
        <pc:sldMkLst>
          <pc:docMk/>
          <pc:sldMk cId="1570687068" sldId="257"/>
        </pc:sldMkLst>
        <pc:spChg chg="mod">
          <ac:chgData name="Peter Köppel" userId="a1c82a6b-ff15-4c84-b95c-d36bf0797521" providerId="ADAL" clId="{49C4C059-D607-45EF-8F7C-1209EC16B388}" dt="2024-02-07T10:30:50.132" v="207" actId="1038"/>
          <ac:spMkLst>
            <pc:docMk/>
            <pc:sldMk cId="1570687068" sldId="257"/>
            <ac:spMk id="2" creationId="{F9CDE3A4-194F-869E-A02A-9F81923678A9}"/>
          </ac:spMkLst>
        </pc:spChg>
        <pc:spChg chg="mod">
          <ac:chgData name="Peter Köppel" userId="a1c82a6b-ff15-4c84-b95c-d36bf0797521" providerId="ADAL" clId="{49C4C059-D607-45EF-8F7C-1209EC16B388}" dt="2024-02-07T10:30:50.132" v="207" actId="1038"/>
          <ac:spMkLst>
            <pc:docMk/>
            <pc:sldMk cId="1570687068" sldId="257"/>
            <ac:spMk id="3" creationId="{32F05353-361B-EA95-1051-5CE4CE708C4F}"/>
          </ac:spMkLst>
        </pc:spChg>
        <pc:spChg chg="mod">
          <ac:chgData name="Peter Köppel" userId="a1c82a6b-ff15-4c84-b95c-d36bf0797521" providerId="ADAL" clId="{49C4C059-D607-45EF-8F7C-1209EC16B388}" dt="2024-02-07T10:30:50.132" v="207" actId="1038"/>
          <ac:spMkLst>
            <pc:docMk/>
            <pc:sldMk cId="1570687068" sldId="257"/>
            <ac:spMk id="5" creationId="{81D8A001-B43F-965A-3A67-9A5D9722185B}"/>
          </ac:spMkLst>
        </pc:spChg>
        <pc:spChg chg="mod">
          <ac:chgData name="Peter Köppel" userId="a1c82a6b-ff15-4c84-b95c-d36bf0797521" providerId="ADAL" clId="{49C4C059-D607-45EF-8F7C-1209EC16B388}" dt="2024-02-07T10:30:50.132" v="207" actId="1038"/>
          <ac:spMkLst>
            <pc:docMk/>
            <pc:sldMk cId="1570687068" sldId="257"/>
            <ac:spMk id="7" creationId="{49CD4880-EFF1-1C40-4222-5E59CFF056E2}"/>
          </ac:spMkLst>
        </pc:spChg>
        <pc:spChg chg="mod">
          <ac:chgData name="Peter Köppel" userId="a1c82a6b-ff15-4c84-b95c-d36bf0797521" providerId="ADAL" clId="{49C4C059-D607-45EF-8F7C-1209EC16B388}" dt="2024-02-07T10:30:50.132" v="207" actId="1038"/>
          <ac:spMkLst>
            <pc:docMk/>
            <pc:sldMk cId="1570687068" sldId="257"/>
            <ac:spMk id="8" creationId="{90787ED6-4AFD-5E5F-537A-EE4A235ED92D}"/>
          </ac:spMkLst>
        </pc:spChg>
        <pc:spChg chg="mod">
          <ac:chgData name="Peter Köppel" userId="a1c82a6b-ff15-4c84-b95c-d36bf0797521" providerId="ADAL" clId="{49C4C059-D607-45EF-8F7C-1209EC16B388}" dt="2024-02-07T10:30:50.132" v="207" actId="1038"/>
          <ac:spMkLst>
            <pc:docMk/>
            <pc:sldMk cId="1570687068" sldId="257"/>
            <ac:spMk id="9" creationId="{369B8F27-6CD7-1277-346B-1A6D361845E6}"/>
          </ac:spMkLst>
        </pc:spChg>
        <pc:spChg chg="mod">
          <ac:chgData name="Peter Köppel" userId="a1c82a6b-ff15-4c84-b95c-d36bf0797521" providerId="ADAL" clId="{49C4C059-D607-45EF-8F7C-1209EC16B388}" dt="2024-02-07T10:30:50.132" v="207" actId="1038"/>
          <ac:spMkLst>
            <pc:docMk/>
            <pc:sldMk cId="1570687068" sldId="257"/>
            <ac:spMk id="10" creationId="{D1A54079-62AD-016C-BD5D-6FC1E842F85C}"/>
          </ac:spMkLst>
        </pc:spChg>
      </pc:sldChg>
      <pc:sldChg chg="addSp delSp modSp new mod modAnim">
        <pc:chgData name="Peter Köppel" userId="a1c82a6b-ff15-4c84-b95c-d36bf0797521" providerId="ADAL" clId="{49C4C059-D607-45EF-8F7C-1209EC16B388}" dt="2024-02-08T13:05:47.012" v="8270" actId="20577"/>
        <pc:sldMkLst>
          <pc:docMk/>
          <pc:sldMk cId="705124806" sldId="258"/>
        </pc:sldMkLst>
        <pc:spChg chg="del">
          <ac:chgData name="Peter Köppel" userId="a1c82a6b-ff15-4c84-b95c-d36bf0797521" providerId="ADAL" clId="{49C4C059-D607-45EF-8F7C-1209EC16B388}" dt="2024-02-07T10:31:37.305" v="211" actId="478"/>
          <ac:spMkLst>
            <pc:docMk/>
            <pc:sldMk cId="705124806" sldId="258"/>
            <ac:spMk id="2" creationId="{7C18F19E-1E2D-49F5-5752-BBACA3698793}"/>
          </ac:spMkLst>
        </pc:spChg>
        <pc:spChg chg="del">
          <ac:chgData name="Peter Köppel" userId="a1c82a6b-ff15-4c84-b95c-d36bf0797521" providerId="ADAL" clId="{49C4C059-D607-45EF-8F7C-1209EC16B388}" dt="2024-02-07T10:31:33.266" v="210" actId="478"/>
          <ac:spMkLst>
            <pc:docMk/>
            <pc:sldMk cId="705124806" sldId="258"/>
            <ac:spMk id="3" creationId="{0D29E9B7-0386-0AE3-E416-CADB7330EF4F}"/>
          </ac:spMkLst>
        </pc:spChg>
        <pc:spChg chg="add mod">
          <ac:chgData name="Peter Köppel" userId="a1c82a6b-ff15-4c84-b95c-d36bf0797521" providerId="ADAL" clId="{49C4C059-D607-45EF-8F7C-1209EC16B388}" dt="2024-02-07T10:31:26.138" v="209"/>
          <ac:spMkLst>
            <pc:docMk/>
            <pc:sldMk cId="705124806" sldId="258"/>
            <ac:spMk id="4" creationId="{F8F08F29-9658-6C0C-87DE-9BF35B8DA968}"/>
          </ac:spMkLst>
        </pc:spChg>
        <pc:spChg chg="add mod">
          <ac:chgData name="Peter Köppel" userId="a1c82a6b-ff15-4c84-b95c-d36bf0797521" providerId="ADAL" clId="{49C4C059-D607-45EF-8F7C-1209EC16B388}" dt="2024-02-08T08:52:56.550" v="7064" actId="465"/>
          <ac:spMkLst>
            <pc:docMk/>
            <pc:sldMk cId="705124806" sldId="258"/>
            <ac:spMk id="5" creationId="{3A7DDA2A-8018-56F8-6B62-1ABCC319355F}"/>
          </ac:spMkLst>
        </pc:spChg>
        <pc:spChg chg="add mod">
          <ac:chgData name="Peter Köppel" userId="a1c82a6b-ff15-4c84-b95c-d36bf0797521" providerId="ADAL" clId="{49C4C059-D607-45EF-8F7C-1209EC16B388}" dt="2024-02-08T08:52:54.221" v="7063" actId="552"/>
          <ac:spMkLst>
            <pc:docMk/>
            <pc:sldMk cId="705124806" sldId="258"/>
            <ac:spMk id="7" creationId="{B9E582B1-4017-22AD-70D7-4C232AD1236D}"/>
          </ac:spMkLst>
        </pc:spChg>
        <pc:spChg chg="add mod">
          <ac:chgData name="Peter Köppel" userId="a1c82a6b-ff15-4c84-b95c-d36bf0797521" providerId="ADAL" clId="{49C4C059-D607-45EF-8F7C-1209EC16B388}" dt="2024-02-08T08:52:56.550" v="7064" actId="465"/>
          <ac:spMkLst>
            <pc:docMk/>
            <pc:sldMk cId="705124806" sldId="258"/>
            <ac:spMk id="8" creationId="{CBEA0D7F-065C-CFEC-9676-B8FCEEF18411}"/>
          </ac:spMkLst>
        </pc:spChg>
        <pc:spChg chg="add mod">
          <ac:chgData name="Peter Köppel" userId="a1c82a6b-ff15-4c84-b95c-d36bf0797521" providerId="ADAL" clId="{49C4C059-D607-45EF-8F7C-1209EC16B388}" dt="2024-02-08T08:52:56.550" v="7064" actId="465"/>
          <ac:spMkLst>
            <pc:docMk/>
            <pc:sldMk cId="705124806" sldId="258"/>
            <ac:spMk id="9" creationId="{CFBAF039-5D0F-B819-DB58-DA8314480A2A}"/>
          </ac:spMkLst>
        </pc:spChg>
        <pc:spChg chg="add mod">
          <ac:chgData name="Peter Köppel" userId="a1c82a6b-ff15-4c84-b95c-d36bf0797521" providerId="ADAL" clId="{49C4C059-D607-45EF-8F7C-1209EC16B388}" dt="2024-02-08T08:52:56.550" v="7064" actId="465"/>
          <ac:spMkLst>
            <pc:docMk/>
            <pc:sldMk cId="705124806" sldId="258"/>
            <ac:spMk id="10" creationId="{AF4F3348-3F6F-2B1B-D397-042739449A1F}"/>
          </ac:spMkLst>
        </pc:spChg>
        <pc:spChg chg="add mod">
          <ac:chgData name="Peter Köppel" userId="a1c82a6b-ff15-4c84-b95c-d36bf0797521" providerId="ADAL" clId="{49C4C059-D607-45EF-8F7C-1209EC16B388}" dt="2024-02-08T13:05:47.012" v="8270" actId="20577"/>
          <ac:spMkLst>
            <pc:docMk/>
            <pc:sldMk cId="705124806" sldId="258"/>
            <ac:spMk id="11" creationId="{B1C7395D-8B47-D376-B707-EA10CB4A3982}"/>
          </ac:spMkLst>
        </pc:spChg>
        <pc:spChg chg="add mod">
          <ac:chgData name="Peter Köppel" userId="a1c82a6b-ff15-4c84-b95c-d36bf0797521" providerId="ADAL" clId="{49C4C059-D607-45EF-8F7C-1209EC16B388}" dt="2024-02-08T08:52:54.221" v="7063" actId="552"/>
          <ac:spMkLst>
            <pc:docMk/>
            <pc:sldMk cId="705124806" sldId="258"/>
            <ac:spMk id="12" creationId="{2F2648E0-1D21-3931-C3FE-05EF0D704F08}"/>
          </ac:spMkLst>
        </pc:spChg>
        <pc:spChg chg="add mod">
          <ac:chgData name="Peter Köppel" userId="a1c82a6b-ff15-4c84-b95c-d36bf0797521" providerId="ADAL" clId="{49C4C059-D607-45EF-8F7C-1209EC16B388}" dt="2024-02-07T10:35:25.074" v="241" actId="207"/>
          <ac:spMkLst>
            <pc:docMk/>
            <pc:sldMk cId="705124806" sldId="258"/>
            <ac:spMk id="13" creationId="{0615DBB3-D6C9-84AD-E38E-05807A7B8970}"/>
          </ac:spMkLst>
        </pc:spChg>
        <pc:spChg chg="add mod">
          <ac:chgData name="Peter Köppel" userId="a1c82a6b-ff15-4c84-b95c-d36bf0797521" providerId="ADAL" clId="{49C4C059-D607-45EF-8F7C-1209EC16B388}" dt="2024-02-08T08:52:14.107" v="7059" actId="14100"/>
          <ac:spMkLst>
            <pc:docMk/>
            <pc:sldMk cId="705124806" sldId="258"/>
            <ac:spMk id="14" creationId="{04237482-F495-AAF4-0213-3908ADC7B6CE}"/>
          </ac:spMkLst>
        </pc:spChg>
        <pc:spChg chg="add mod ord">
          <ac:chgData name="Peter Köppel" userId="a1c82a6b-ff15-4c84-b95c-d36bf0797521" providerId="ADAL" clId="{49C4C059-D607-45EF-8F7C-1209EC16B388}" dt="2024-02-08T08:55:01.837" v="7070" actId="208"/>
          <ac:spMkLst>
            <pc:docMk/>
            <pc:sldMk cId="705124806" sldId="258"/>
            <ac:spMk id="15" creationId="{313FCEC1-D9D1-F01C-848E-336222F81EF3}"/>
          </ac:spMkLst>
        </pc:spChg>
        <pc:picChg chg="add mod ord">
          <ac:chgData name="Peter Köppel" userId="a1c82a6b-ff15-4c84-b95c-d36bf0797521" providerId="ADAL" clId="{49C4C059-D607-45EF-8F7C-1209EC16B388}" dt="2024-02-08T08:56:13.736" v="7072" actId="1440"/>
          <ac:picMkLst>
            <pc:docMk/>
            <pc:sldMk cId="705124806" sldId="258"/>
            <ac:picMk id="2" creationId="{75F94B4E-29CE-A070-19B2-CBEE4469A019}"/>
          </ac:picMkLst>
        </pc:picChg>
        <pc:picChg chg="add mod">
          <ac:chgData name="Peter Köppel" userId="a1c82a6b-ff15-4c84-b95c-d36bf0797521" providerId="ADAL" clId="{49C4C059-D607-45EF-8F7C-1209EC16B388}" dt="2024-02-07T10:31:26.138" v="209"/>
          <ac:picMkLst>
            <pc:docMk/>
            <pc:sldMk cId="705124806" sldId="258"/>
            <ac:picMk id="6" creationId="{94693BAE-3775-A644-B7BD-3602E4C8E19E}"/>
          </ac:picMkLst>
        </pc:picChg>
      </pc:sldChg>
      <pc:sldChg chg="addSp delSp modSp add mod delAnim modAnim">
        <pc:chgData name="Peter Köppel" userId="a1c82a6b-ff15-4c84-b95c-d36bf0797521" providerId="ADAL" clId="{49C4C059-D607-45EF-8F7C-1209EC16B388}" dt="2024-02-07T13:03:35.338" v="819" actId="207"/>
        <pc:sldMkLst>
          <pc:docMk/>
          <pc:sldMk cId="1811841563" sldId="259"/>
        </pc:sldMkLst>
        <pc:spChg chg="add mod">
          <ac:chgData name="Peter Köppel" userId="a1c82a6b-ff15-4c84-b95c-d36bf0797521" providerId="ADAL" clId="{49C4C059-D607-45EF-8F7C-1209EC16B388}" dt="2024-02-07T12:48:58.824" v="733" actId="113"/>
          <ac:spMkLst>
            <pc:docMk/>
            <pc:sldMk cId="1811841563" sldId="259"/>
            <ac:spMk id="2" creationId="{EFAA20C9-D55D-F845-2747-4E75790C1238}"/>
          </ac:spMkLst>
        </pc:spChg>
        <pc:spChg chg="add mod">
          <ac:chgData name="Peter Köppel" userId="a1c82a6b-ff15-4c84-b95c-d36bf0797521" providerId="ADAL" clId="{49C4C059-D607-45EF-8F7C-1209EC16B388}" dt="2024-02-07T12:48:06.196" v="728" actId="1036"/>
          <ac:spMkLst>
            <pc:docMk/>
            <pc:sldMk cId="1811841563" sldId="259"/>
            <ac:spMk id="3" creationId="{5D09E0FE-49EF-0743-464C-B5D50F1D88FC}"/>
          </ac:spMkLst>
        </pc:spChg>
        <pc:spChg chg="mod">
          <ac:chgData name="Peter Köppel" userId="a1c82a6b-ff15-4c84-b95c-d36bf0797521" providerId="ADAL" clId="{49C4C059-D607-45EF-8F7C-1209EC16B388}" dt="2024-02-07T13:03:35.338" v="819" actId="207"/>
          <ac:spMkLst>
            <pc:docMk/>
            <pc:sldMk cId="1811841563" sldId="259"/>
            <ac:spMk id="4" creationId="{214C025E-2A4A-1517-533E-BFFB087ECFBD}"/>
          </ac:spMkLst>
        </pc:spChg>
        <pc:spChg chg="del">
          <ac:chgData name="Peter Köppel" userId="a1c82a6b-ff15-4c84-b95c-d36bf0797521" providerId="ADAL" clId="{49C4C059-D607-45EF-8F7C-1209EC16B388}" dt="2024-02-07T10:36:51.826" v="279" actId="478"/>
          <ac:spMkLst>
            <pc:docMk/>
            <pc:sldMk cId="1811841563" sldId="259"/>
            <ac:spMk id="5" creationId="{BFE53864-1D09-11D1-234C-8B60011934A5}"/>
          </ac:spMkLst>
        </pc:spChg>
        <pc:spChg chg="del">
          <ac:chgData name="Peter Köppel" userId="a1c82a6b-ff15-4c84-b95c-d36bf0797521" providerId="ADAL" clId="{49C4C059-D607-45EF-8F7C-1209EC16B388}" dt="2024-02-07T10:36:51.826" v="279" actId="478"/>
          <ac:spMkLst>
            <pc:docMk/>
            <pc:sldMk cId="1811841563" sldId="259"/>
            <ac:spMk id="7" creationId="{E69344F8-1CC1-6F52-6846-E55C5409607B}"/>
          </ac:spMkLst>
        </pc:spChg>
        <pc:spChg chg="del">
          <ac:chgData name="Peter Köppel" userId="a1c82a6b-ff15-4c84-b95c-d36bf0797521" providerId="ADAL" clId="{49C4C059-D607-45EF-8F7C-1209EC16B388}" dt="2024-02-07T10:36:51.826" v="279" actId="478"/>
          <ac:spMkLst>
            <pc:docMk/>
            <pc:sldMk cId="1811841563" sldId="259"/>
            <ac:spMk id="8" creationId="{D10218BC-24C3-183B-637E-4997A3702EA8}"/>
          </ac:spMkLst>
        </pc:spChg>
        <pc:spChg chg="del">
          <ac:chgData name="Peter Köppel" userId="a1c82a6b-ff15-4c84-b95c-d36bf0797521" providerId="ADAL" clId="{49C4C059-D607-45EF-8F7C-1209EC16B388}" dt="2024-02-07T10:36:51.826" v="279" actId="478"/>
          <ac:spMkLst>
            <pc:docMk/>
            <pc:sldMk cId="1811841563" sldId="259"/>
            <ac:spMk id="9" creationId="{D70C4270-725A-36B6-6A60-ED388A3A3934}"/>
          </ac:spMkLst>
        </pc:spChg>
        <pc:spChg chg="del">
          <ac:chgData name="Peter Köppel" userId="a1c82a6b-ff15-4c84-b95c-d36bf0797521" providerId="ADAL" clId="{49C4C059-D607-45EF-8F7C-1209EC16B388}" dt="2024-02-07T10:36:51.826" v="279" actId="478"/>
          <ac:spMkLst>
            <pc:docMk/>
            <pc:sldMk cId="1811841563" sldId="259"/>
            <ac:spMk id="10" creationId="{37F04A18-E566-5DE4-ABB3-77308DECEB28}"/>
          </ac:spMkLst>
        </pc:spChg>
        <pc:spChg chg="del">
          <ac:chgData name="Peter Köppel" userId="a1c82a6b-ff15-4c84-b95c-d36bf0797521" providerId="ADAL" clId="{49C4C059-D607-45EF-8F7C-1209EC16B388}" dt="2024-02-07T10:36:51.826" v="279" actId="478"/>
          <ac:spMkLst>
            <pc:docMk/>
            <pc:sldMk cId="1811841563" sldId="259"/>
            <ac:spMk id="11" creationId="{7834CFB8-FE5B-8559-3FC7-FE18A772EEF3}"/>
          </ac:spMkLst>
        </pc:spChg>
        <pc:spChg chg="del">
          <ac:chgData name="Peter Köppel" userId="a1c82a6b-ff15-4c84-b95c-d36bf0797521" providerId="ADAL" clId="{49C4C059-D607-45EF-8F7C-1209EC16B388}" dt="2024-02-07T10:36:51.826" v="279" actId="478"/>
          <ac:spMkLst>
            <pc:docMk/>
            <pc:sldMk cId="1811841563" sldId="259"/>
            <ac:spMk id="12" creationId="{8E36D86A-EC92-6421-726F-D6342BF31F0E}"/>
          </ac:spMkLst>
        </pc:spChg>
        <pc:spChg chg="add mod">
          <ac:chgData name="Peter Köppel" userId="a1c82a6b-ff15-4c84-b95c-d36bf0797521" providerId="ADAL" clId="{49C4C059-D607-45EF-8F7C-1209EC16B388}" dt="2024-02-07T12:50:38.849" v="739" actId="207"/>
          <ac:spMkLst>
            <pc:docMk/>
            <pc:sldMk cId="1811841563" sldId="259"/>
            <ac:spMk id="14" creationId="{FBA90E63-A55F-5F35-48E3-94D9E4A1B2C8}"/>
          </ac:spMkLst>
        </pc:spChg>
        <pc:spChg chg="add mod">
          <ac:chgData name="Peter Köppel" userId="a1c82a6b-ff15-4c84-b95c-d36bf0797521" providerId="ADAL" clId="{49C4C059-D607-45EF-8F7C-1209EC16B388}" dt="2024-02-07T12:48:06.196" v="728" actId="1036"/>
          <ac:spMkLst>
            <pc:docMk/>
            <pc:sldMk cId="1811841563" sldId="259"/>
            <ac:spMk id="15" creationId="{3BB77B55-C0D4-B467-96AD-1BA6D14E604F}"/>
          </ac:spMkLst>
        </pc:spChg>
        <pc:spChg chg="add mod">
          <ac:chgData name="Peter Köppel" userId="a1c82a6b-ff15-4c84-b95c-d36bf0797521" providerId="ADAL" clId="{49C4C059-D607-45EF-8F7C-1209EC16B388}" dt="2024-02-07T12:49:05.111" v="736" actId="207"/>
          <ac:spMkLst>
            <pc:docMk/>
            <pc:sldMk cId="1811841563" sldId="259"/>
            <ac:spMk id="16" creationId="{02F46FE3-840F-5693-759D-169672077FC0}"/>
          </ac:spMkLst>
        </pc:spChg>
        <pc:spChg chg="add mod">
          <ac:chgData name="Peter Köppel" userId="a1c82a6b-ff15-4c84-b95c-d36bf0797521" providerId="ADAL" clId="{49C4C059-D607-45EF-8F7C-1209EC16B388}" dt="2024-02-07T12:48:06.196" v="728" actId="1036"/>
          <ac:spMkLst>
            <pc:docMk/>
            <pc:sldMk cId="1811841563" sldId="259"/>
            <ac:spMk id="17" creationId="{E186D34B-5522-6787-4CCA-0D97213C1F1D}"/>
          </ac:spMkLst>
        </pc:spChg>
        <pc:spChg chg="add mod">
          <ac:chgData name="Peter Köppel" userId="a1c82a6b-ff15-4c84-b95c-d36bf0797521" providerId="ADAL" clId="{49C4C059-D607-45EF-8F7C-1209EC16B388}" dt="2024-02-07T12:49:24.368" v="737" actId="108"/>
          <ac:spMkLst>
            <pc:docMk/>
            <pc:sldMk cId="1811841563" sldId="259"/>
            <ac:spMk id="18" creationId="{13679ECA-1570-BFE1-10B7-F7F5A511219A}"/>
          </ac:spMkLst>
        </pc:spChg>
        <pc:spChg chg="add mod">
          <ac:chgData name="Peter Köppel" userId="a1c82a6b-ff15-4c84-b95c-d36bf0797521" providerId="ADAL" clId="{49C4C059-D607-45EF-8F7C-1209EC16B388}" dt="2024-02-07T12:50:40.968" v="740" actId="207"/>
          <ac:spMkLst>
            <pc:docMk/>
            <pc:sldMk cId="1811841563" sldId="259"/>
            <ac:spMk id="19" creationId="{349994D4-A6EB-4C0E-FA4F-4971EA4E0282}"/>
          </ac:spMkLst>
        </pc:spChg>
        <pc:spChg chg="add mod">
          <ac:chgData name="Peter Köppel" userId="a1c82a6b-ff15-4c84-b95c-d36bf0797521" providerId="ADAL" clId="{49C4C059-D607-45EF-8F7C-1209EC16B388}" dt="2024-02-07T12:48:56.400" v="732" actId="113"/>
          <ac:spMkLst>
            <pc:docMk/>
            <pc:sldMk cId="1811841563" sldId="259"/>
            <ac:spMk id="20" creationId="{55CB3F6D-5F64-70F9-4141-D400564EBE81}"/>
          </ac:spMkLst>
        </pc:spChg>
        <pc:spChg chg="add mod">
          <ac:chgData name="Peter Köppel" userId="a1c82a6b-ff15-4c84-b95c-d36bf0797521" providerId="ADAL" clId="{49C4C059-D607-45EF-8F7C-1209EC16B388}" dt="2024-02-07T12:49:00.612" v="734" actId="113"/>
          <ac:spMkLst>
            <pc:docMk/>
            <pc:sldMk cId="1811841563" sldId="259"/>
            <ac:spMk id="21" creationId="{CB944EEA-7635-DBE9-33D6-1517440A073E}"/>
          </ac:spMkLst>
        </pc:spChg>
        <pc:spChg chg="add del mod">
          <ac:chgData name="Peter Köppel" userId="a1c82a6b-ff15-4c84-b95c-d36bf0797521" providerId="ADAL" clId="{49C4C059-D607-45EF-8F7C-1209EC16B388}" dt="2024-02-07T12:53:10.003" v="757" actId="478"/>
          <ac:spMkLst>
            <pc:docMk/>
            <pc:sldMk cId="1811841563" sldId="259"/>
            <ac:spMk id="28" creationId="{729712F8-878E-2E4E-8CF5-5A2BC8E91854}"/>
          </ac:spMkLst>
        </pc:spChg>
        <pc:spChg chg="add del mod">
          <ac:chgData name="Peter Köppel" userId="a1c82a6b-ff15-4c84-b95c-d36bf0797521" providerId="ADAL" clId="{49C4C059-D607-45EF-8F7C-1209EC16B388}" dt="2024-02-07T12:53:05.764" v="756" actId="478"/>
          <ac:spMkLst>
            <pc:docMk/>
            <pc:sldMk cId="1811841563" sldId="259"/>
            <ac:spMk id="29" creationId="{0498ECFA-73FD-0DAC-6F2B-A202EA4F54D1}"/>
          </ac:spMkLst>
        </pc:spChg>
        <pc:spChg chg="add del mod">
          <ac:chgData name="Peter Köppel" userId="a1c82a6b-ff15-4c84-b95c-d36bf0797521" providerId="ADAL" clId="{49C4C059-D607-45EF-8F7C-1209EC16B388}" dt="2024-02-07T12:53:37.756" v="759" actId="478"/>
          <ac:spMkLst>
            <pc:docMk/>
            <pc:sldMk cId="1811841563" sldId="259"/>
            <ac:spMk id="40" creationId="{0EB8463E-6CEA-0C4D-452F-BAF6FBCD3665}"/>
          </ac:spMkLst>
        </pc:spChg>
        <pc:cxnChg chg="add mod">
          <ac:chgData name="Peter Köppel" userId="a1c82a6b-ff15-4c84-b95c-d36bf0797521" providerId="ADAL" clId="{49C4C059-D607-45EF-8F7C-1209EC16B388}" dt="2024-02-07T12:56:41.560" v="793" actId="208"/>
          <ac:cxnSpMkLst>
            <pc:docMk/>
            <pc:sldMk cId="1811841563" sldId="259"/>
            <ac:cxnSpMk id="22" creationId="{84693508-4846-30A6-9098-F251EDD4F18C}"/>
          </ac:cxnSpMkLst>
        </pc:cxnChg>
        <pc:cxnChg chg="add mod">
          <ac:chgData name="Peter Köppel" userId="a1c82a6b-ff15-4c84-b95c-d36bf0797521" providerId="ADAL" clId="{49C4C059-D607-45EF-8F7C-1209EC16B388}" dt="2024-02-07T12:55:14.969" v="781" actId="108"/>
          <ac:cxnSpMkLst>
            <pc:docMk/>
            <pc:sldMk cId="1811841563" sldId="259"/>
            <ac:cxnSpMk id="23" creationId="{5CFC621C-A5A5-4A7F-C22F-2760644D6028}"/>
          </ac:cxnSpMkLst>
        </pc:cxnChg>
        <pc:cxnChg chg="add mod">
          <ac:chgData name="Peter Köppel" userId="a1c82a6b-ff15-4c84-b95c-d36bf0797521" providerId="ADAL" clId="{49C4C059-D607-45EF-8F7C-1209EC16B388}" dt="2024-02-07T12:55:18.712" v="782" actId="108"/>
          <ac:cxnSpMkLst>
            <pc:docMk/>
            <pc:sldMk cId="1811841563" sldId="259"/>
            <ac:cxnSpMk id="24" creationId="{27736A76-C0CA-31A2-291A-317165457059}"/>
          </ac:cxnSpMkLst>
        </pc:cxnChg>
        <pc:cxnChg chg="add mod">
          <ac:chgData name="Peter Köppel" userId="a1c82a6b-ff15-4c84-b95c-d36bf0797521" providerId="ADAL" clId="{49C4C059-D607-45EF-8F7C-1209EC16B388}" dt="2024-02-07T12:56:32.611" v="790" actId="208"/>
          <ac:cxnSpMkLst>
            <pc:docMk/>
            <pc:sldMk cId="1811841563" sldId="259"/>
            <ac:cxnSpMk id="25" creationId="{17E5A3FB-FBF9-841F-4F0E-5F7FAF6D64C8}"/>
          </ac:cxnSpMkLst>
        </pc:cxnChg>
        <pc:cxnChg chg="add mod">
          <ac:chgData name="Peter Köppel" userId="a1c82a6b-ff15-4c84-b95c-d36bf0797521" providerId="ADAL" clId="{49C4C059-D607-45EF-8F7C-1209EC16B388}" dt="2024-02-07T12:56:35.992" v="791" actId="208"/>
          <ac:cxnSpMkLst>
            <pc:docMk/>
            <pc:sldMk cId="1811841563" sldId="259"/>
            <ac:cxnSpMk id="26" creationId="{8A7B3DC1-02E8-A02F-D4DB-B708DB929504}"/>
          </ac:cxnSpMkLst>
        </pc:cxnChg>
        <pc:cxnChg chg="add mod">
          <ac:chgData name="Peter Köppel" userId="a1c82a6b-ff15-4c84-b95c-d36bf0797521" providerId="ADAL" clId="{49C4C059-D607-45EF-8F7C-1209EC16B388}" dt="2024-02-07T12:56:38.845" v="792" actId="208"/>
          <ac:cxnSpMkLst>
            <pc:docMk/>
            <pc:sldMk cId="1811841563" sldId="259"/>
            <ac:cxnSpMk id="27" creationId="{BE8CEF5C-C04C-69CA-A88E-D6959BC984F9}"/>
          </ac:cxnSpMkLst>
        </pc:cxnChg>
        <pc:cxnChg chg="add del mod">
          <ac:chgData name="Peter Köppel" userId="a1c82a6b-ff15-4c84-b95c-d36bf0797521" providerId="ADAL" clId="{49C4C059-D607-45EF-8F7C-1209EC16B388}" dt="2024-02-07T13:00:44.350" v="816" actId="478"/>
          <ac:cxnSpMkLst>
            <pc:docMk/>
            <pc:sldMk cId="1811841563" sldId="259"/>
            <ac:cxnSpMk id="30" creationId="{CC7C4890-99E2-09C1-F381-BC7E5130E818}"/>
          </ac:cxnSpMkLst>
        </pc:cxnChg>
        <pc:cxnChg chg="add mod">
          <ac:chgData name="Peter Köppel" userId="a1c82a6b-ff15-4c84-b95c-d36bf0797521" providerId="ADAL" clId="{49C4C059-D607-45EF-8F7C-1209EC16B388}" dt="2024-02-07T12:55:11.929" v="780" actId="1582"/>
          <ac:cxnSpMkLst>
            <pc:docMk/>
            <pc:sldMk cId="1811841563" sldId="259"/>
            <ac:cxnSpMk id="31" creationId="{C5688ACE-E718-947D-48C7-42D5232BB3A2}"/>
          </ac:cxnSpMkLst>
        </pc:cxnChg>
        <pc:cxnChg chg="add mod">
          <ac:chgData name="Peter Köppel" userId="a1c82a6b-ff15-4c84-b95c-d36bf0797521" providerId="ADAL" clId="{49C4C059-D607-45EF-8F7C-1209EC16B388}" dt="2024-02-07T12:55:33.893" v="787" actId="108"/>
          <ac:cxnSpMkLst>
            <pc:docMk/>
            <pc:sldMk cId="1811841563" sldId="259"/>
            <ac:cxnSpMk id="34" creationId="{ABB3BF8B-C574-7027-2250-118E61DDB7DA}"/>
          </ac:cxnSpMkLst>
        </pc:cxnChg>
        <pc:cxnChg chg="add del mod">
          <ac:chgData name="Peter Köppel" userId="a1c82a6b-ff15-4c84-b95c-d36bf0797521" providerId="ADAL" clId="{49C4C059-D607-45EF-8F7C-1209EC16B388}" dt="2024-02-07T13:00:45.883" v="817" actId="478"/>
          <ac:cxnSpMkLst>
            <pc:docMk/>
            <pc:sldMk cId="1811841563" sldId="259"/>
            <ac:cxnSpMk id="44" creationId="{5271E888-32D3-CC88-B49E-71D436A8CCBB}"/>
          </ac:cxnSpMkLst>
        </pc:cxnChg>
      </pc:sldChg>
      <pc:sldChg chg="addSp delSp modSp add mod">
        <pc:chgData name="Peter Köppel" userId="a1c82a6b-ff15-4c84-b95c-d36bf0797521" providerId="ADAL" clId="{49C4C059-D607-45EF-8F7C-1209EC16B388}" dt="2024-02-08T12:11:35.393" v="7898" actId="20577"/>
        <pc:sldMkLst>
          <pc:docMk/>
          <pc:sldMk cId="154691429" sldId="260"/>
        </pc:sldMkLst>
        <pc:spChg chg="add mod">
          <ac:chgData name="Peter Köppel" userId="a1c82a6b-ff15-4c84-b95c-d36bf0797521" providerId="ADAL" clId="{49C4C059-D607-45EF-8F7C-1209EC16B388}" dt="2024-02-07T16:07:15.369" v="6769" actId="207"/>
          <ac:spMkLst>
            <pc:docMk/>
            <pc:sldMk cId="154691429" sldId="260"/>
            <ac:spMk id="2" creationId="{38A74F3F-6082-1FCE-12FB-526716A3A183}"/>
          </ac:spMkLst>
        </pc:spChg>
        <pc:spChg chg="add mod">
          <ac:chgData name="Peter Köppel" userId="a1c82a6b-ff15-4c84-b95c-d36bf0797521" providerId="ADAL" clId="{49C4C059-D607-45EF-8F7C-1209EC16B388}" dt="2024-02-07T12:45:59.193" v="644" actId="255"/>
          <ac:spMkLst>
            <pc:docMk/>
            <pc:sldMk cId="154691429" sldId="260"/>
            <ac:spMk id="3" creationId="{B29D8E04-7C6C-2A1A-091D-5A7C57E633DE}"/>
          </ac:spMkLst>
        </pc:spChg>
        <pc:spChg chg="mod">
          <ac:chgData name="Peter Köppel" userId="a1c82a6b-ff15-4c84-b95c-d36bf0797521" providerId="ADAL" clId="{49C4C059-D607-45EF-8F7C-1209EC16B388}" dt="2024-02-07T10:39:11.686" v="320" actId="6549"/>
          <ac:spMkLst>
            <pc:docMk/>
            <pc:sldMk cId="154691429" sldId="260"/>
            <ac:spMk id="4" creationId="{8BF288FE-0717-11FD-A19C-99F8F9F78AEE}"/>
          </ac:spMkLst>
        </pc:spChg>
        <pc:spChg chg="add mod">
          <ac:chgData name="Peter Köppel" userId="a1c82a6b-ff15-4c84-b95c-d36bf0797521" providerId="ADAL" clId="{49C4C059-D607-45EF-8F7C-1209EC16B388}" dt="2024-02-08T12:11:35.393" v="7898" actId="20577"/>
          <ac:spMkLst>
            <pc:docMk/>
            <pc:sldMk cId="154691429" sldId="260"/>
            <ac:spMk id="5" creationId="{56E16184-7E96-6A42-8E90-FC6C31239B4C}"/>
          </ac:spMkLst>
        </pc:spChg>
        <pc:spChg chg="add del mod">
          <ac:chgData name="Peter Köppel" userId="a1c82a6b-ff15-4c84-b95c-d36bf0797521" providerId="ADAL" clId="{49C4C059-D607-45EF-8F7C-1209EC16B388}" dt="2024-02-07T12:44:35.313" v="634" actId="478"/>
          <ac:spMkLst>
            <pc:docMk/>
            <pc:sldMk cId="154691429" sldId="260"/>
            <ac:spMk id="5" creationId="{7658F2D6-6F38-12D5-C8F1-10DC4F519F7B}"/>
          </ac:spMkLst>
        </pc:spChg>
      </pc:sldChg>
      <pc:sldChg chg="addSp delSp modSp add mod delAnim modAnim">
        <pc:chgData name="Peter Köppel" userId="a1c82a6b-ff15-4c84-b95c-d36bf0797521" providerId="ADAL" clId="{49C4C059-D607-45EF-8F7C-1209EC16B388}" dt="2024-02-08T12:37:47.502" v="8111" actId="339"/>
        <pc:sldMkLst>
          <pc:docMk/>
          <pc:sldMk cId="177493245" sldId="261"/>
        </pc:sldMkLst>
        <pc:spChg chg="add del mod">
          <ac:chgData name="Peter Köppel" userId="a1c82a6b-ff15-4c84-b95c-d36bf0797521" providerId="ADAL" clId="{49C4C059-D607-45EF-8F7C-1209EC16B388}" dt="2024-02-08T09:31:01.170" v="7143" actId="478"/>
          <ac:spMkLst>
            <pc:docMk/>
            <pc:sldMk cId="177493245" sldId="261"/>
            <ac:spMk id="2" creationId="{FB9D25B1-6018-E7E5-5AF4-3E30C9E5F730}"/>
          </ac:spMkLst>
        </pc:spChg>
        <pc:spChg chg="add del mod">
          <ac:chgData name="Peter Köppel" userId="a1c82a6b-ff15-4c84-b95c-d36bf0797521" providerId="ADAL" clId="{49C4C059-D607-45EF-8F7C-1209EC16B388}" dt="2024-02-08T09:31:01.170" v="7143" actId="478"/>
          <ac:spMkLst>
            <pc:docMk/>
            <pc:sldMk cId="177493245" sldId="261"/>
            <ac:spMk id="3" creationId="{4539DB46-A05C-ECA8-D4C4-6729635A6BF2}"/>
          </ac:spMkLst>
        </pc:spChg>
        <pc:spChg chg="mod">
          <ac:chgData name="Peter Köppel" userId="a1c82a6b-ff15-4c84-b95c-d36bf0797521" providerId="ADAL" clId="{49C4C059-D607-45EF-8F7C-1209EC16B388}" dt="2024-02-08T09:20:32.775" v="7111" actId="207"/>
          <ac:spMkLst>
            <pc:docMk/>
            <pc:sldMk cId="177493245" sldId="261"/>
            <ac:spMk id="4" creationId="{ED12BC5D-837F-8162-817B-BC2D77D2C92E}"/>
          </ac:spMkLst>
        </pc:spChg>
        <pc:spChg chg="add del mod">
          <ac:chgData name="Peter Köppel" userId="a1c82a6b-ff15-4c84-b95c-d36bf0797521" providerId="ADAL" clId="{49C4C059-D607-45EF-8F7C-1209EC16B388}" dt="2024-02-08T09:31:01.170" v="7143" actId="478"/>
          <ac:spMkLst>
            <pc:docMk/>
            <pc:sldMk cId="177493245" sldId="261"/>
            <ac:spMk id="5" creationId="{4B327BEF-DE5C-F33C-31A3-69DE9A4A2D26}"/>
          </ac:spMkLst>
        </pc:spChg>
        <pc:spChg chg="add del mod">
          <ac:chgData name="Peter Köppel" userId="a1c82a6b-ff15-4c84-b95c-d36bf0797521" providerId="ADAL" clId="{49C4C059-D607-45EF-8F7C-1209EC16B388}" dt="2024-02-08T09:31:01.170" v="7143" actId="478"/>
          <ac:spMkLst>
            <pc:docMk/>
            <pc:sldMk cId="177493245" sldId="261"/>
            <ac:spMk id="7" creationId="{4599F1D4-623A-F684-6F63-A262A83E17FF}"/>
          </ac:spMkLst>
        </pc:spChg>
        <pc:spChg chg="add del mod">
          <ac:chgData name="Peter Köppel" userId="a1c82a6b-ff15-4c84-b95c-d36bf0797521" providerId="ADAL" clId="{49C4C059-D607-45EF-8F7C-1209EC16B388}" dt="2024-02-08T09:31:01.170" v="7143" actId="478"/>
          <ac:spMkLst>
            <pc:docMk/>
            <pc:sldMk cId="177493245" sldId="261"/>
            <ac:spMk id="8" creationId="{3E36101E-843A-E521-2FFE-DC256B6CD82C}"/>
          </ac:spMkLst>
        </pc:spChg>
        <pc:spChg chg="add del mod">
          <ac:chgData name="Peter Köppel" userId="a1c82a6b-ff15-4c84-b95c-d36bf0797521" providerId="ADAL" clId="{49C4C059-D607-45EF-8F7C-1209EC16B388}" dt="2024-02-08T09:31:01.170" v="7143" actId="478"/>
          <ac:spMkLst>
            <pc:docMk/>
            <pc:sldMk cId="177493245" sldId="261"/>
            <ac:spMk id="9" creationId="{8CFDBB4E-7003-D1C9-8870-5CF3317FA97F}"/>
          </ac:spMkLst>
        </pc:spChg>
        <pc:spChg chg="add del mod">
          <ac:chgData name="Peter Köppel" userId="a1c82a6b-ff15-4c84-b95c-d36bf0797521" providerId="ADAL" clId="{49C4C059-D607-45EF-8F7C-1209EC16B388}" dt="2024-02-08T09:31:01.170" v="7143" actId="478"/>
          <ac:spMkLst>
            <pc:docMk/>
            <pc:sldMk cId="177493245" sldId="261"/>
            <ac:spMk id="10" creationId="{9BC98752-D804-BAEA-D9F8-8A6AB4227083}"/>
          </ac:spMkLst>
        </pc:spChg>
        <pc:spChg chg="add del mod">
          <ac:chgData name="Peter Köppel" userId="a1c82a6b-ff15-4c84-b95c-d36bf0797521" providerId="ADAL" clId="{49C4C059-D607-45EF-8F7C-1209EC16B388}" dt="2024-02-08T09:31:01.170" v="7143" actId="478"/>
          <ac:spMkLst>
            <pc:docMk/>
            <pc:sldMk cId="177493245" sldId="261"/>
            <ac:spMk id="12" creationId="{0071B768-E261-02C4-9AA6-67E497906196}"/>
          </ac:spMkLst>
        </pc:spChg>
        <pc:spChg chg="add del mod">
          <ac:chgData name="Peter Köppel" userId="a1c82a6b-ff15-4c84-b95c-d36bf0797521" providerId="ADAL" clId="{49C4C059-D607-45EF-8F7C-1209EC16B388}" dt="2024-02-08T09:32:13.959" v="7153" actId="478"/>
          <ac:spMkLst>
            <pc:docMk/>
            <pc:sldMk cId="177493245" sldId="261"/>
            <ac:spMk id="16" creationId="{0F990B32-47A2-815E-862F-43F045A6DE5A}"/>
          </ac:spMkLst>
        </pc:spChg>
        <pc:spChg chg="add mod">
          <ac:chgData name="Peter Köppel" userId="a1c82a6b-ff15-4c84-b95c-d36bf0797521" providerId="ADAL" clId="{49C4C059-D607-45EF-8F7C-1209EC16B388}" dt="2024-02-08T10:29:21.855" v="7500" actId="20577"/>
          <ac:spMkLst>
            <pc:docMk/>
            <pc:sldMk cId="177493245" sldId="261"/>
            <ac:spMk id="19" creationId="{C20819E7-6963-3527-458D-6B73C83081E4}"/>
          </ac:spMkLst>
        </pc:spChg>
        <pc:picChg chg="add del mod">
          <ac:chgData name="Peter Köppel" userId="a1c82a6b-ff15-4c84-b95c-d36bf0797521" providerId="ADAL" clId="{49C4C059-D607-45EF-8F7C-1209EC16B388}" dt="2024-02-08T09:20:41.405" v="7112" actId="478"/>
          <ac:picMkLst>
            <pc:docMk/>
            <pc:sldMk cId="177493245" sldId="261"/>
            <ac:picMk id="11" creationId="{E3C804B7-ED6E-00D1-FF06-1A0BEED22C3F}"/>
          </ac:picMkLst>
        </pc:picChg>
        <pc:picChg chg="add del mod">
          <ac:chgData name="Peter Köppel" userId="a1c82a6b-ff15-4c84-b95c-d36bf0797521" providerId="ADAL" clId="{49C4C059-D607-45EF-8F7C-1209EC16B388}" dt="2024-02-08T09:32:09.299" v="7152" actId="478"/>
          <ac:picMkLst>
            <pc:docMk/>
            <pc:sldMk cId="177493245" sldId="261"/>
            <ac:picMk id="15" creationId="{3F39C01D-EA5F-00B9-009F-CA37C229639F}"/>
          </ac:picMkLst>
        </pc:picChg>
        <pc:picChg chg="add mod modCrop">
          <ac:chgData name="Peter Köppel" userId="a1c82a6b-ff15-4c84-b95c-d36bf0797521" providerId="ADAL" clId="{49C4C059-D607-45EF-8F7C-1209EC16B388}" dt="2024-02-08T12:37:47.502" v="8111" actId="339"/>
          <ac:picMkLst>
            <pc:docMk/>
            <pc:sldMk cId="177493245" sldId="261"/>
            <ac:picMk id="18" creationId="{63CA0727-EA79-FF47-8D27-0062FAA1C9CF}"/>
          </ac:picMkLst>
        </pc:picChg>
      </pc:sldChg>
      <pc:sldChg chg="addSp modSp add mod modAnim modNotesTx">
        <pc:chgData name="Peter Köppel" userId="a1c82a6b-ff15-4c84-b95c-d36bf0797521" providerId="ADAL" clId="{49C4C059-D607-45EF-8F7C-1209EC16B388}" dt="2024-02-07T14:58:57.027" v="4591"/>
        <pc:sldMkLst>
          <pc:docMk/>
          <pc:sldMk cId="1697874138" sldId="262"/>
        </pc:sldMkLst>
        <pc:spChg chg="add mod">
          <ac:chgData name="Peter Köppel" userId="a1c82a6b-ff15-4c84-b95c-d36bf0797521" providerId="ADAL" clId="{49C4C059-D607-45EF-8F7C-1209EC16B388}" dt="2024-02-07T13:56:00.824" v="1810" actId="1035"/>
          <ac:spMkLst>
            <pc:docMk/>
            <pc:sldMk cId="1697874138" sldId="262"/>
            <ac:spMk id="2" creationId="{FDEAB98A-D756-E5E5-78F9-6E2F4786E28B}"/>
          </ac:spMkLst>
        </pc:spChg>
        <pc:spChg chg="add mod">
          <ac:chgData name="Peter Köppel" userId="a1c82a6b-ff15-4c84-b95c-d36bf0797521" providerId="ADAL" clId="{49C4C059-D607-45EF-8F7C-1209EC16B388}" dt="2024-02-07T13:56:00.824" v="1810" actId="1035"/>
          <ac:spMkLst>
            <pc:docMk/>
            <pc:sldMk cId="1697874138" sldId="262"/>
            <ac:spMk id="3" creationId="{06B9E265-60C9-655D-4DCC-12056BDC6E35}"/>
          </ac:spMkLst>
        </pc:spChg>
        <pc:spChg chg="mod">
          <ac:chgData name="Peter Köppel" userId="a1c82a6b-ff15-4c84-b95c-d36bf0797521" providerId="ADAL" clId="{49C4C059-D607-45EF-8F7C-1209EC16B388}" dt="2024-02-07T13:54:53.936" v="1764" actId="20577"/>
          <ac:spMkLst>
            <pc:docMk/>
            <pc:sldMk cId="1697874138" sldId="262"/>
            <ac:spMk id="4" creationId="{3EB27C45-2516-34FB-AC6F-0DCB47DD0FD5}"/>
          </ac:spMkLst>
        </pc:spChg>
        <pc:spChg chg="add mod">
          <ac:chgData name="Peter Köppel" userId="a1c82a6b-ff15-4c84-b95c-d36bf0797521" providerId="ADAL" clId="{49C4C059-D607-45EF-8F7C-1209EC16B388}" dt="2024-02-07T13:56:00.824" v="1810" actId="1035"/>
          <ac:spMkLst>
            <pc:docMk/>
            <pc:sldMk cId="1697874138" sldId="262"/>
            <ac:spMk id="5" creationId="{BA24D62A-1B17-0BB1-10F3-D559B3F11237}"/>
          </ac:spMkLst>
        </pc:spChg>
        <pc:spChg chg="add mod">
          <ac:chgData name="Peter Köppel" userId="a1c82a6b-ff15-4c84-b95c-d36bf0797521" providerId="ADAL" clId="{49C4C059-D607-45EF-8F7C-1209EC16B388}" dt="2024-02-07T13:56:00.824" v="1810" actId="1035"/>
          <ac:spMkLst>
            <pc:docMk/>
            <pc:sldMk cId="1697874138" sldId="262"/>
            <ac:spMk id="7" creationId="{86BF28A9-7E9E-2705-7136-BABFE22F2536}"/>
          </ac:spMkLst>
        </pc:spChg>
      </pc:sldChg>
      <pc:sldChg chg="addSp delSp modSp add mod delAnim modAnim">
        <pc:chgData name="Peter Köppel" userId="a1c82a6b-ff15-4c84-b95c-d36bf0797521" providerId="ADAL" clId="{49C4C059-D607-45EF-8F7C-1209EC16B388}" dt="2024-02-08T08:59:46.641" v="7085" actId="113"/>
        <pc:sldMkLst>
          <pc:docMk/>
          <pc:sldMk cId="1284663960" sldId="263"/>
        </pc:sldMkLst>
        <pc:spChg chg="add mod">
          <ac:chgData name="Peter Köppel" userId="a1c82a6b-ff15-4c84-b95c-d36bf0797521" providerId="ADAL" clId="{49C4C059-D607-45EF-8F7C-1209EC16B388}" dt="2024-02-08T08:57:38.235" v="7075" actId="113"/>
          <ac:spMkLst>
            <pc:docMk/>
            <pc:sldMk cId="1284663960" sldId="263"/>
            <ac:spMk id="2" creationId="{47AD4B1C-B572-BF13-5D77-6F1893142F4B}"/>
          </ac:spMkLst>
        </pc:spChg>
        <pc:spChg chg="mod">
          <ac:chgData name="Peter Köppel" userId="a1c82a6b-ff15-4c84-b95c-d36bf0797521" providerId="ADAL" clId="{49C4C059-D607-45EF-8F7C-1209EC16B388}" dt="2024-02-07T10:47:29.768" v="507" actId="6549"/>
          <ac:spMkLst>
            <pc:docMk/>
            <pc:sldMk cId="1284663960" sldId="263"/>
            <ac:spMk id="4" creationId="{F6DA5007-7D2E-4752-324E-39150405ED00}"/>
          </ac:spMkLst>
        </pc:spChg>
        <pc:spChg chg="add mod">
          <ac:chgData name="Peter Köppel" userId="a1c82a6b-ff15-4c84-b95c-d36bf0797521" providerId="ADAL" clId="{49C4C059-D607-45EF-8F7C-1209EC16B388}" dt="2024-02-08T08:59:46.641" v="7085" actId="113"/>
          <ac:spMkLst>
            <pc:docMk/>
            <pc:sldMk cId="1284663960" sldId="263"/>
            <ac:spMk id="5" creationId="{20CD2D28-A078-8DDA-FB4B-430D646BFC08}"/>
          </ac:spMkLst>
        </pc:spChg>
        <pc:spChg chg="add del mod">
          <ac:chgData name="Peter Köppel" userId="a1c82a6b-ff15-4c84-b95c-d36bf0797521" providerId="ADAL" clId="{49C4C059-D607-45EF-8F7C-1209EC16B388}" dt="2024-02-07T14:53:20.736" v="4477" actId="478"/>
          <ac:spMkLst>
            <pc:docMk/>
            <pc:sldMk cId="1284663960" sldId="263"/>
            <ac:spMk id="7" creationId="{338D9DF1-AAAB-07D9-DD1B-E5F3663BB69E}"/>
          </ac:spMkLst>
        </pc:spChg>
        <pc:spChg chg="add mod">
          <ac:chgData name="Peter Köppel" userId="a1c82a6b-ff15-4c84-b95c-d36bf0797521" providerId="ADAL" clId="{49C4C059-D607-45EF-8F7C-1209EC16B388}" dt="2024-02-08T08:57:20.153" v="7073" actId="113"/>
          <ac:spMkLst>
            <pc:docMk/>
            <pc:sldMk cId="1284663960" sldId="263"/>
            <ac:spMk id="8" creationId="{C2B1DF28-3C06-1289-D512-A02E86673BA5}"/>
          </ac:spMkLst>
        </pc:spChg>
        <pc:spChg chg="add mod">
          <ac:chgData name="Peter Köppel" userId="a1c82a6b-ff15-4c84-b95c-d36bf0797521" providerId="ADAL" clId="{49C4C059-D607-45EF-8F7C-1209EC16B388}" dt="2024-02-07T15:08:39.898" v="4640" actId="554"/>
          <ac:spMkLst>
            <pc:docMk/>
            <pc:sldMk cId="1284663960" sldId="263"/>
            <ac:spMk id="9" creationId="{A1F59C98-EA75-5AD5-D1B3-7109D14BB8EF}"/>
          </ac:spMkLst>
        </pc:spChg>
        <pc:spChg chg="add mod">
          <ac:chgData name="Peter Köppel" userId="a1c82a6b-ff15-4c84-b95c-d36bf0797521" providerId="ADAL" clId="{49C4C059-D607-45EF-8F7C-1209EC16B388}" dt="2024-02-07T15:08:49.736" v="4642" actId="554"/>
          <ac:spMkLst>
            <pc:docMk/>
            <pc:sldMk cId="1284663960" sldId="263"/>
            <ac:spMk id="10" creationId="{C22B1DC6-6750-0CF2-8BC5-8A9D61E47DDB}"/>
          </ac:spMkLst>
        </pc:spChg>
        <pc:spChg chg="add mod">
          <ac:chgData name="Peter Köppel" userId="a1c82a6b-ff15-4c84-b95c-d36bf0797521" providerId="ADAL" clId="{49C4C059-D607-45EF-8F7C-1209EC16B388}" dt="2024-02-07T15:08:55.369" v="4643" actId="554"/>
          <ac:spMkLst>
            <pc:docMk/>
            <pc:sldMk cId="1284663960" sldId="263"/>
            <ac:spMk id="11" creationId="{E67E4942-5051-214D-BAFF-A45718739CBA}"/>
          </ac:spMkLst>
        </pc:spChg>
        <pc:spChg chg="add mod">
          <ac:chgData name="Peter Köppel" userId="a1c82a6b-ff15-4c84-b95c-d36bf0797521" providerId="ADAL" clId="{49C4C059-D607-45EF-8F7C-1209EC16B388}" dt="2024-02-07T15:08:45.087" v="4641" actId="554"/>
          <ac:spMkLst>
            <pc:docMk/>
            <pc:sldMk cId="1284663960" sldId="263"/>
            <ac:spMk id="12" creationId="{26721678-86D9-176D-8C7D-749370C77C61}"/>
          </ac:spMkLst>
        </pc:spChg>
        <pc:spChg chg="add mod">
          <ac:chgData name="Peter Köppel" userId="a1c82a6b-ff15-4c84-b95c-d36bf0797521" providerId="ADAL" clId="{49C4C059-D607-45EF-8F7C-1209EC16B388}" dt="2024-02-08T08:57:47.671" v="7076" actId="113"/>
          <ac:spMkLst>
            <pc:docMk/>
            <pc:sldMk cId="1284663960" sldId="263"/>
            <ac:spMk id="14" creationId="{8ADBCFD8-0E3A-3FAE-E917-3FE2EB56DE56}"/>
          </ac:spMkLst>
        </pc:spChg>
        <pc:spChg chg="add mod">
          <ac:chgData name="Peter Köppel" userId="a1c82a6b-ff15-4c84-b95c-d36bf0797521" providerId="ADAL" clId="{49C4C059-D607-45EF-8F7C-1209EC16B388}" dt="2024-02-07T15:07:32.575" v="4635" actId="207"/>
          <ac:spMkLst>
            <pc:docMk/>
            <pc:sldMk cId="1284663960" sldId="263"/>
            <ac:spMk id="15" creationId="{B8844B55-51F6-9AA9-3C91-9237D90C4392}"/>
          </ac:spMkLst>
        </pc:spChg>
        <pc:spChg chg="add mod">
          <ac:chgData name="Peter Köppel" userId="a1c82a6b-ff15-4c84-b95c-d36bf0797521" providerId="ADAL" clId="{49C4C059-D607-45EF-8F7C-1209EC16B388}" dt="2024-02-07T15:05:07.621" v="4627" actId="1076"/>
          <ac:spMkLst>
            <pc:docMk/>
            <pc:sldMk cId="1284663960" sldId="263"/>
            <ac:spMk id="16" creationId="{9082CCBB-79EE-96F3-ECF2-3279C8D45603}"/>
          </ac:spMkLst>
        </pc:spChg>
        <pc:spChg chg="add mod">
          <ac:chgData name="Peter Köppel" userId="a1c82a6b-ff15-4c84-b95c-d36bf0797521" providerId="ADAL" clId="{49C4C059-D607-45EF-8F7C-1209EC16B388}" dt="2024-02-07T15:07:55.438" v="4636" actId="207"/>
          <ac:spMkLst>
            <pc:docMk/>
            <pc:sldMk cId="1284663960" sldId="263"/>
            <ac:spMk id="17" creationId="{659D9991-3AB0-33CA-FE3D-8D80D4EEDBFE}"/>
          </ac:spMkLst>
        </pc:spChg>
        <pc:spChg chg="add mod">
          <ac:chgData name="Peter Köppel" userId="a1c82a6b-ff15-4c84-b95c-d36bf0797521" providerId="ADAL" clId="{49C4C059-D607-45EF-8F7C-1209EC16B388}" dt="2024-02-07T15:05:20.876" v="4631" actId="6549"/>
          <ac:spMkLst>
            <pc:docMk/>
            <pc:sldMk cId="1284663960" sldId="263"/>
            <ac:spMk id="18" creationId="{92353333-FC15-596B-A593-066290FFF1EE}"/>
          </ac:spMkLst>
        </pc:spChg>
        <pc:graphicFrameChg chg="add mod">
          <ac:chgData name="Peter Köppel" userId="a1c82a6b-ff15-4c84-b95c-d36bf0797521" providerId="ADAL" clId="{49C4C059-D607-45EF-8F7C-1209EC16B388}" dt="2024-02-07T14:57:30.570" v="4565" actId="1076"/>
          <ac:graphicFrameMkLst>
            <pc:docMk/>
            <pc:sldMk cId="1284663960" sldId="263"/>
            <ac:graphicFrameMk id="3" creationId="{279FDDCF-9C1F-7C7E-7478-2D7F98C6BF45}"/>
          </ac:graphicFrameMkLst>
        </pc:graphicFrameChg>
      </pc:sldChg>
      <pc:sldChg chg="addSp delSp modSp add mod delAnim modAnim">
        <pc:chgData name="Peter Köppel" userId="a1c82a6b-ff15-4c84-b95c-d36bf0797521" providerId="ADAL" clId="{49C4C059-D607-45EF-8F7C-1209EC16B388}" dt="2024-02-08T12:51:00.571" v="8229"/>
        <pc:sldMkLst>
          <pc:docMk/>
          <pc:sldMk cId="1161308888" sldId="264"/>
        </pc:sldMkLst>
        <pc:spChg chg="add mod">
          <ac:chgData name="Peter Köppel" userId="a1c82a6b-ff15-4c84-b95c-d36bf0797521" providerId="ADAL" clId="{49C4C059-D607-45EF-8F7C-1209EC16B388}" dt="2024-02-07T15:48:21.169" v="6036" actId="15"/>
          <ac:spMkLst>
            <pc:docMk/>
            <pc:sldMk cId="1161308888" sldId="264"/>
            <ac:spMk id="2" creationId="{EA9B1F16-BF9F-D31D-B5C6-D74A0B910D09}"/>
          </ac:spMkLst>
        </pc:spChg>
        <pc:spChg chg="add del mod">
          <ac:chgData name="Peter Köppel" userId="a1c82a6b-ff15-4c84-b95c-d36bf0797521" providerId="ADAL" clId="{49C4C059-D607-45EF-8F7C-1209EC16B388}" dt="2024-02-07T15:12:59.097" v="4873" actId="478"/>
          <ac:spMkLst>
            <pc:docMk/>
            <pc:sldMk cId="1161308888" sldId="264"/>
            <ac:spMk id="3" creationId="{2C6FE6F8-1DD0-0A67-44DC-06089CB3F2DD}"/>
          </ac:spMkLst>
        </pc:spChg>
        <pc:spChg chg="mod">
          <ac:chgData name="Peter Köppel" userId="a1c82a6b-ff15-4c84-b95c-d36bf0797521" providerId="ADAL" clId="{49C4C059-D607-45EF-8F7C-1209EC16B388}" dt="2024-02-08T09:00:10.710" v="7086" actId="255"/>
          <ac:spMkLst>
            <pc:docMk/>
            <pc:sldMk cId="1161308888" sldId="264"/>
            <ac:spMk id="4" creationId="{51A1D8A2-3A1D-B0F3-9C7D-F6A2B0B099A0}"/>
          </ac:spMkLst>
        </pc:spChg>
        <pc:spChg chg="add del mod">
          <ac:chgData name="Peter Köppel" userId="a1c82a6b-ff15-4c84-b95c-d36bf0797521" providerId="ADAL" clId="{49C4C059-D607-45EF-8F7C-1209EC16B388}" dt="2024-02-07T15:12:53.548" v="4871" actId="478"/>
          <ac:spMkLst>
            <pc:docMk/>
            <pc:sldMk cId="1161308888" sldId="264"/>
            <ac:spMk id="5" creationId="{0283BE38-8EA8-C42E-06F0-D35B17DCF6CF}"/>
          </ac:spMkLst>
        </pc:spChg>
        <pc:spChg chg="add del mod">
          <ac:chgData name="Peter Köppel" userId="a1c82a6b-ff15-4c84-b95c-d36bf0797521" providerId="ADAL" clId="{49C4C059-D607-45EF-8F7C-1209EC16B388}" dt="2024-02-07T15:12:51.577" v="4870" actId="478"/>
          <ac:spMkLst>
            <pc:docMk/>
            <pc:sldMk cId="1161308888" sldId="264"/>
            <ac:spMk id="7" creationId="{70A2E734-FB81-4CDA-DAB1-2183F2667D9B}"/>
          </ac:spMkLst>
        </pc:spChg>
        <pc:spChg chg="add del mod">
          <ac:chgData name="Peter Köppel" userId="a1c82a6b-ff15-4c84-b95c-d36bf0797521" providerId="ADAL" clId="{49C4C059-D607-45EF-8F7C-1209EC16B388}" dt="2024-02-07T15:39:25.537" v="5693" actId="164"/>
          <ac:spMkLst>
            <pc:docMk/>
            <pc:sldMk cId="1161308888" sldId="264"/>
            <ac:spMk id="8" creationId="{741980E9-B05C-E07D-671E-E2843DDCA0CE}"/>
          </ac:spMkLst>
        </pc:spChg>
        <pc:spChg chg="add mod">
          <ac:chgData name="Peter Köppel" userId="a1c82a6b-ff15-4c84-b95c-d36bf0797521" providerId="ADAL" clId="{49C4C059-D607-45EF-8F7C-1209EC16B388}" dt="2024-02-07T15:39:25.537" v="5693" actId="164"/>
          <ac:spMkLst>
            <pc:docMk/>
            <pc:sldMk cId="1161308888" sldId="264"/>
            <ac:spMk id="9" creationId="{611496B8-AD64-2B9B-0FAC-033F7A6F56FF}"/>
          </ac:spMkLst>
        </pc:spChg>
        <pc:spChg chg="add del mod">
          <ac:chgData name="Peter Köppel" userId="a1c82a6b-ff15-4c84-b95c-d36bf0797521" providerId="ADAL" clId="{49C4C059-D607-45EF-8F7C-1209EC16B388}" dt="2024-02-07T15:39:32.845" v="5694" actId="164"/>
          <ac:spMkLst>
            <pc:docMk/>
            <pc:sldMk cId="1161308888" sldId="264"/>
            <ac:spMk id="10" creationId="{4F234875-224E-0D4D-3F31-553048D4151B}"/>
          </ac:spMkLst>
        </pc:spChg>
        <pc:spChg chg="add mod">
          <ac:chgData name="Peter Köppel" userId="a1c82a6b-ff15-4c84-b95c-d36bf0797521" providerId="ADAL" clId="{49C4C059-D607-45EF-8F7C-1209EC16B388}" dt="2024-02-07T15:39:32.845" v="5694" actId="164"/>
          <ac:spMkLst>
            <pc:docMk/>
            <pc:sldMk cId="1161308888" sldId="264"/>
            <ac:spMk id="11" creationId="{2CDA6E14-767E-214C-3079-D329B39F08DD}"/>
          </ac:spMkLst>
        </pc:spChg>
        <pc:spChg chg="add mod">
          <ac:chgData name="Peter Köppel" userId="a1c82a6b-ff15-4c84-b95c-d36bf0797521" providerId="ADAL" clId="{49C4C059-D607-45EF-8F7C-1209EC16B388}" dt="2024-02-07T15:39:25.537" v="5693" actId="164"/>
          <ac:spMkLst>
            <pc:docMk/>
            <pc:sldMk cId="1161308888" sldId="264"/>
            <ac:spMk id="12" creationId="{C4A97DDB-1F9C-6C11-B856-BF0C944D12D7}"/>
          </ac:spMkLst>
        </pc:spChg>
        <pc:spChg chg="add mod topLvl">
          <ac:chgData name="Peter Köppel" userId="a1c82a6b-ff15-4c84-b95c-d36bf0797521" providerId="ADAL" clId="{49C4C059-D607-45EF-8F7C-1209EC16B388}" dt="2024-02-07T15:48:30.523" v="6037" actId="15"/>
          <ac:spMkLst>
            <pc:docMk/>
            <pc:sldMk cId="1161308888" sldId="264"/>
            <ac:spMk id="14" creationId="{3384AF0F-DD19-0DE5-0F46-F988774119BA}"/>
          </ac:spMkLst>
        </pc:spChg>
        <pc:spChg chg="add mod topLvl">
          <ac:chgData name="Peter Köppel" userId="a1c82a6b-ff15-4c84-b95c-d36bf0797521" providerId="ADAL" clId="{49C4C059-D607-45EF-8F7C-1209EC16B388}" dt="2024-02-07T15:48:37.516" v="6038" actId="15"/>
          <ac:spMkLst>
            <pc:docMk/>
            <pc:sldMk cId="1161308888" sldId="264"/>
            <ac:spMk id="15" creationId="{47FDF672-0B59-E728-4A76-09B02C28ECDA}"/>
          </ac:spMkLst>
        </pc:spChg>
        <pc:spChg chg="add mod">
          <ac:chgData name="Peter Köppel" userId="a1c82a6b-ff15-4c84-b95c-d36bf0797521" providerId="ADAL" clId="{49C4C059-D607-45EF-8F7C-1209EC16B388}" dt="2024-02-08T09:02:39.237" v="7099" actId="13926"/>
          <ac:spMkLst>
            <pc:docMk/>
            <pc:sldMk cId="1161308888" sldId="264"/>
            <ac:spMk id="17" creationId="{9163B3A1-389C-62A3-1706-1FD0FA44F5C5}"/>
          </ac:spMkLst>
        </pc:spChg>
        <pc:spChg chg="add mod">
          <ac:chgData name="Peter Köppel" userId="a1c82a6b-ff15-4c84-b95c-d36bf0797521" providerId="ADAL" clId="{49C4C059-D607-45EF-8F7C-1209EC16B388}" dt="2024-02-08T12:50:22.541" v="8225" actId="1036"/>
          <ac:spMkLst>
            <pc:docMk/>
            <pc:sldMk cId="1161308888" sldId="264"/>
            <ac:spMk id="21" creationId="{9FE4489D-79C5-A8B7-02CA-5B7329053FD8}"/>
          </ac:spMkLst>
        </pc:spChg>
        <pc:grpChg chg="add del mod">
          <ac:chgData name="Peter Köppel" userId="a1c82a6b-ff15-4c84-b95c-d36bf0797521" providerId="ADAL" clId="{49C4C059-D607-45EF-8F7C-1209EC16B388}" dt="2024-02-07T15:33:59.499" v="5624" actId="165"/>
          <ac:grpSpMkLst>
            <pc:docMk/>
            <pc:sldMk cId="1161308888" sldId="264"/>
            <ac:grpSpMk id="18" creationId="{86760383-678C-2FE7-E622-9221C0448180}"/>
          </ac:grpSpMkLst>
        </pc:grpChg>
        <pc:grpChg chg="add mod">
          <ac:chgData name="Peter Köppel" userId="a1c82a6b-ff15-4c84-b95c-d36bf0797521" providerId="ADAL" clId="{49C4C059-D607-45EF-8F7C-1209EC16B388}" dt="2024-02-08T09:10:39.718" v="7104" actId="14861"/>
          <ac:grpSpMkLst>
            <pc:docMk/>
            <pc:sldMk cId="1161308888" sldId="264"/>
            <ac:grpSpMk id="19" creationId="{F09BEC0A-612A-67E1-4F8E-5DEC04558218}"/>
          </ac:grpSpMkLst>
        </pc:grpChg>
        <pc:grpChg chg="add mod">
          <ac:chgData name="Peter Köppel" userId="a1c82a6b-ff15-4c84-b95c-d36bf0797521" providerId="ADAL" clId="{49C4C059-D607-45EF-8F7C-1209EC16B388}" dt="2024-02-08T09:10:46.644" v="7105" actId="14861"/>
          <ac:grpSpMkLst>
            <pc:docMk/>
            <pc:sldMk cId="1161308888" sldId="264"/>
            <ac:grpSpMk id="20" creationId="{E81E0B22-ECCD-520A-984C-65515A0506BC}"/>
          </ac:grpSpMkLst>
        </pc:grpChg>
        <pc:graphicFrameChg chg="add mod">
          <ac:chgData name="Peter Köppel" userId="a1c82a6b-ff15-4c84-b95c-d36bf0797521" providerId="ADAL" clId="{49C4C059-D607-45EF-8F7C-1209EC16B388}" dt="2024-02-08T09:11:18.094" v="7106" actId="14861"/>
          <ac:graphicFrameMkLst>
            <pc:docMk/>
            <pc:sldMk cId="1161308888" sldId="264"/>
            <ac:graphicFrameMk id="16" creationId="{EDD70498-4E79-D51A-EB8A-7754EE1B91E6}"/>
          </ac:graphicFrameMkLst>
        </pc:graphicFrameChg>
        <pc:picChg chg="add mod">
          <ac:chgData name="Peter Köppel" userId="a1c82a6b-ff15-4c84-b95c-d36bf0797521" providerId="ADAL" clId="{49C4C059-D607-45EF-8F7C-1209EC16B388}" dt="2024-02-08T12:05:03.392" v="7579" actId="1035"/>
          <ac:picMkLst>
            <pc:docMk/>
            <pc:sldMk cId="1161308888" sldId="264"/>
            <ac:picMk id="5" creationId="{389352DB-7866-AAE0-155F-E87B2C60CF1C}"/>
          </ac:picMkLst>
        </pc:picChg>
        <pc:picChg chg="add mod">
          <ac:chgData name="Peter Köppel" userId="a1c82a6b-ff15-4c84-b95c-d36bf0797521" providerId="ADAL" clId="{49C4C059-D607-45EF-8F7C-1209EC16B388}" dt="2024-02-08T12:47:05.992" v="8213" actId="108"/>
          <ac:picMkLst>
            <pc:docMk/>
            <pc:sldMk cId="1161308888" sldId="264"/>
            <ac:picMk id="18" creationId="{A457CEA5-08A1-37C3-432E-CFBAD61F364E}"/>
          </ac:picMkLst>
        </pc:picChg>
      </pc:sldChg>
      <pc:sldChg chg="addSp delSp modSp add mod delAnim modAnim">
        <pc:chgData name="Peter Köppel" userId="a1c82a6b-ff15-4c84-b95c-d36bf0797521" providerId="ADAL" clId="{49C4C059-D607-45EF-8F7C-1209EC16B388}" dt="2024-02-08T08:44:28.813" v="6843" actId="20577"/>
        <pc:sldMkLst>
          <pc:docMk/>
          <pc:sldMk cId="2806958827" sldId="265"/>
        </pc:sldMkLst>
        <pc:spChg chg="add mod">
          <ac:chgData name="Peter Köppel" userId="a1c82a6b-ff15-4c84-b95c-d36bf0797521" providerId="ADAL" clId="{49C4C059-D607-45EF-8F7C-1209EC16B388}" dt="2024-02-07T16:09:04.770" v="6788" actId="113"/>
          <ac:spMkLst>
            <pc:docMk/>
            <pc:sldMk cId="2806958827" sldId="265"/>
            <ac:spMk id="2" creationId="{B4E1FA16-D6B2-929B-FC78-E7AF7D6D73A6}"/>
          </ac:spMkLst>
        </pc:spChg>
        <pc:spChg chg="mod">
          <ac:chgData name="Peter Köppel" userId="a1c82a6b-ff15-4c84-b95c-d36bf0797521" providerId="ADAL" clId="{49C4C059-D607-45EF-8F7C-1209EC16B388}" dt="2024-02-07T10:47:05.328" v="452" actId="6549"/>
          <ac:spMkLst>
            <pc:docMk/>
            <pc:sldMk cId="2806958827" sldId="265"/>
            <ac:spMk id="4" creationId="{8F79D2F5-6FEE-7AB3-CF67-0245B57B421C}"/>
          </ac:spMkLst>
        </pc:spChg>
        <pc:spChg chg="mod">
          <ac:chgData name="Peter Köppel" userId="a1c82a6b-ff15-4c84-b95c-d36bf0797521" providerId="ADAL" clId="{49C4C059-D607-45EF-8F7C-1209EC16B388}" dt="2024-02-07T15:49:37.463" v="6044"/>
          <ac:spMkLst>
            <pc:docMk/>
            <pc:sldMk cId="2806958827" sldId="265"/>
            <ac:spMk id="5" creationId="{59C7C1B9-1F34-6E8A-2832-9D36E05DED41}"/>
          </ac:spMkLst>
        </pc:spChg>
        <pc:spChg chg="mod">
          <ac:chgData name="Peter Köppel" userId="a1c82a6b-ff15-4c84-b95c-d36bf0797521" providerId="ADAL" clId="{49C4C059-D607-45EF-8F7C-1209EC16B388}" dt="2024-02-07T15:49:37.463" v="6044"/>
          <ac:spMkLst>
            <pc:docMk/>
            <pc:sldMk cId="2806958827" sldId="265"/>
            <ac:spMk id="7" creationId="{AAD01E07-D8CF-4775-2C50-C069F54E1697}"/>
          </ac:spMkLst>
        </pc:spChg>
        <pc:spChg chg="mod">
          <ac:chgData name="Peter Köppel" userId="a1c82a6b-ff15-4c84-b95c-d36bf0797521" providerId="ADAL" clId="{49C4C059-D607-45EF-8F7C-1209EC16B388}" dt="2024-02-07T15:49:37.463" v="6044"/>
          <ac:spMkLst>
            <pc:docMk/>
            <pc:sldMk cId="2806958827" sldId="265"/>
            <ac:spMk id="9" creationId="{A699E4DF-6B2A-3212-E336-5AAA4FC24EF4}"/>
          </ac:spMkLst>
        </pc:spChg>
        <pc:spChg chg="mod">
          <ac:chgData name="Peter Köppel" userId="a1c82a6b-ff15-4c84-b95c-d36bf0797521" providerId="ADAL" clId="{49C4C059-D607-45EF-8F7C-1209EC16B388}" dt="2024-02-07T15:49:37.463" v="6044"/>
          <ac:spMkLst>
            <pc:docMk/>
            <pc:sldMk cId="2806958827" sldId="265"/>
            <ac:spMk id="10" creationId="{097FB076-D830-57F2-92D8-14FE7AEAD6CC}"/>
          </ac:spMkLst>
        </pc:spChg>
        <pc:spChg chg="mod">
          <ac:chgData name="Peter Köppel" userId="a1c82a6b-ff15-4c84-b95c-d36bf0797521" providerId="ADAL" clId="{49C4C059-D607-45EF-8F7C-1209EC16B388}" dt="2024-02-07T15:49:37.463" v="6044"/>
          <ac:spMkLst>
            <pc:docMk/>
            <pc:sldMk cId="2806958827" sldId="265"/>
            <ac:spMk id="11" creationId="{76B51D4C-7E79-ECB1-506E-B2756AB41F94}"/>
          </ac:spMkLst>
        </pc:spChg>
        <pc:spChg chg="del mod topLvl">
          <ac:chgData name="Peter Köppel" userId="a1c82a6b-ff15-4c84-b95c-d36bf0797521" providerId="ADAL" clId="{49C4C059-D607-45EF-8F7C-1209EC16B388}" dt="2024-02-07T16:08:50.498" v="6779" actId="478"/>
          <ac:spMkLst>
            <pc:docMk/>
            <pc:sldMk cId="2806958827" sldId="265"/>
            <ac:spMk id="14" creationId="{F925EFEE-205E-21FB-CAAD-38ED74663D89}"/>
          </ac:spMkLst>
        </pc:spChg>
        <pc:spChg chg="del mod topLvl">
          <ac:chgData name="Peter Köppel" userId="a1c82a6b-ff15-4c84-b95c-d36bf0797521" providerId="ADAL" clId="{49C4C059-D607-45EF-8F7C-1209EC16B388}" dt="2024-02-07T16:08:53.994" v="6781" actId="478"/>
          <ac:spMkLst>
            <pc:docMk/>
            <pc:sldMk cId="2806958827" sldId="265"/>
            <ac:spMk id="15" creationId="{DD92870E-7F70-1D7A-6D6F-723002F0020E}"/>
          </ac:spMkLst>
        </pc:spChg>
        <pc:spChg chg="del mod topLvl">
          <ac:chgData name="Peter Köppel" userId="a1c82a6b-ff15-4c84-b95c-d36bf0797521" providerId="ADAL" clId="{49C4C059-D607-45EF-8F7C-1209EC16B388}" dt="2024-02-07T16:08:49.576" v="6778" actId="478"/>
          <ac:spMkLst>
            <pc:docMk/>
            <pc:sldMk cId="2806958827" sldId="265"/>
            <ac:spMk id="17" creationId="{F2D03B50-3D04-BFD6-4C5B-650A0CE7B1F5}"/>
          </ac:spMkLst>
        </pc:spChg>
        <pc:spChg chg="del mod topLvl">
          <ac:chgData name="Peter Köppel" userId="a1c82a6b-ff15-4c84-b95c-d36bf0797521" providerId="ADAL" clId="{49C4C059-D607-45EF-8F7C-1209EC16B388}" dt="2024-02-07T16:08:52.146" v="6780" actId="478"/>
          <ac:spMkLst>
            <pc:docMk/>
            <pc:sldMk cId="2806958827" sldId="265"/>
            <ac:spMk id="18" creationId="{8D1CC220-63C2-9558-D299-CDDCABD1471A}"/>
          </ac:spMkLst>
        </pc:spChg>
        <pc:spChg chg="del mod topLvl">
          <ac:chgData name="Peter Köppel" userId="a1c82a6b-ff15-4c84-b95c-d36bf0797521" providerId="ADAL" clId="{49C4C059-D607-45EF-8F7C-1209EC16B388}" dt="2024-02-07T15:50:24.500" v="6052" actId="478"/>
          <ac:spMkLst>
            <pc:docMk/>
            <pc:sldMk cId="2806958827" sldId="265"/>
            <ac:spMk id="19" creationId="{215217DF-B914-0777-8097-0BA85C08711D}"/>
          </ac:spMkLst>
        </pc:spChg>
        <pc:spChg chg="add mod">
          <ac:chgData name="Peter Köppel" userId="a1c82a6b-ff15-4c84-b95c-d36bf0797521" providerId="ADAL" clId="{49C4C059-D607-45EF-8F7C-1209EC16B388}" dt="2024-02-08T08:44:28.813" v="6843" actId="20577"/>
          <ac:spMkLst>
            <pc:docMk/>
            <pc:sldMk cId="2806958827" sldId="265"/>
            <ac:spMk id="20" creationId="{15881CE8-C740-D7A7-E929-AA9EE7EE9294}"/>
          </ac:spMkLst>
        </pc:spChg>
        <pc:grpChg chg="add del mod">
          <ac:chgData name="Peter Köppel" userId="a1c82a6b-ff15-4c84-b95c-d36bf0797521" providerId="ADAL" clId="{49C4C059-D607-45EF-8F7C-1209EC16B388}" dt="2024-02-07T15:49:54.258" v="6047" actId="478"/>
          <ac:grpSpMkLst>
            <pc:docMk/>
            <pc:sldMk cId="2806958827" sldId="265"/>
            <ac:grpSpMk id="3" creationId="{DE7930C0-AA35-B3C1-F669-B6380F04EA8A}"/>
          </ac:grpSpMkLst>
        </pc:grpChg>
        <pc:grpChg chg="add del mod">
          <ac:chgData name="Peter Köppel" userId="a1c82a6b-ff15-4c84-b95c-d36bf0797521" providerId="ADAL" clId="{49C4C059-D607-45EF-8F7C-1209EC16B388}" dt="2024-02-07T15:49:44.599" v="6045" actId="478"/>
          <ac:grpSpMkLst>
            <pc:docMk/>
            <pc:sldMk cId="2806958827" sldId="265"/>
            <ac:grpSpMk id="8" creationId="{3DE0FA72-777E-F92F-22C2-28B5584468E3}"/>
          </ac:grpSpMkLst>
        </pc:grpChg>
        <pc:grpChg chg="add del mod">
          <ac:chgData name="Peter Köppel" userId="a1c82a6b-ff15-4c84-b95c-d36bf0797521" providerId="ADAL" clId="{49C4C059-D607-45EF-8F7C-1209EC16B388}" dt="2024-02-07T15:50:08.569" v="6049" actId="165"/>
          <ac:grpSpMkLst>
            <pc:docMk/>
            <pc:sldMk cId="2806958827" sldId="265"/>
            <ac:grpSpMk id="12" creationId="{7ED3EEF0-3A83-C93A-0580-10F8354D4001}"/>
          </ac:grpSpMkLst>
        </pc:grpChg>
        <pc:grpChg chg="add del mod">
          <ac:chgData name="Peter Köppel" userId="a1c82a6b-ff15-4c84-b95c-d36bf0797521" providerId="ADAL" clId="{49C4C059-D607-45EF-8F7C-1209EC16B388}" dt="2024-02-07T15:50:21.892" v="6051" actId="165"/>
          <ac:grpSpMkLst>
            <pc:docMk/>
            <pc:sldMk cId="2806958827" sldId="265"/>
            <ac:grpSpMk id="16" creationId="{03D3BBFF-225B-ED07-0478-842A72B0D796}"/>
          </ac:grpSpMkLst>
        </pc:grpChg>
      </pc:sldChg>
      <pc:sldChg chg="addSp delSp modSp add mod modAnim">
        <pc:chgData name="Peter Köppel" userId="a1c82a6b-ff15-4c84-b95c-d36bf0797521" providerId="ADAL" clId="{49C4C059-D607-45EF-8F7C-1209EC16B388}" dt="2024-02-08T13:06:02.786" v="8283" actId="20577"/>
        <pc:sldMkLst>
          <pc:docMk/>
          <pc:sldMk cId="3162634308" sldId="266"/>
        </pc:sldMkLst>
        <pc:spChg chg="add mod">
          <ac:chgData name="Peter Köppel" userId="a1c82a6b-ff15-4c84-b95c-d36bf0797521" providerId="ADAL" clId="{49C4C059-D607-45EF-8F7C-1209EC16B388}" dt="2024-02-07T15:47:17.986" v="6020" actId="12"/>
          <ac:spMkLst>
            <pc:docMk/>
            <pc:sldMk cId="3162634308" sldId="266"/>
            <ac:spMk id="2" creationId="{0EFE8521-18C7-6FE6-F28F-B013CA72B177}"/>
          </ac:spMkLst>
        </pc:spChg>
        <pc:spChg chg="add mod">
          <ac:chgData name="Peter Köppel" userId="a1c82a6b-ff15-4c84-b95c-d36bf0797521" providerId="ADAL" clId="{49C4C059-D607-45EF-8F7C-1209EC16B388}" dt="2024-02-08T12:55:31.268" v="8257" actId="113"/>
          <ac:spMkLst>
            <pc:docMk/>
            <pc:sldMk cId="3162634308" sldId="266"/>
            <ac:spMk id="3" creationId="{EA8B6F01-4066-B305-B3AA-87D4BAA2430D}"/>
          </ac:spMkLst>
        </pc:spChg>
        <pc:spChg chg="mod">
          <ac:chgData name="Peter Köppel" userId="a1c82a6b-ff15-4c84-b95c-d36bf0797521" providerId="ADAL" clId="{49C4C059-D607-45EF-8F7C-1209EC16B388}" dt="2024-02-08T13:06:02.786" v="8283" actId="20577"/>
          <ac:spMkLst>
            <pc:docMk/>
            <pc:sldMk cId="3162634308" sldId="266"/>
            <ac:spMk id="4" creationId="{6FC984E9-9236-09EB-3BE9-10A713678B8C}"/>
          </ac:spMkLst>
        </pc:spChg>
        <pc:spChg chg="add mod">
          <ac:chgData name="Peter Köppel" userId="a1c82a6b-ff15-4c84-b95c-d36bf0797521" providerId="ADAL" clId="{49C4C059-D607-45EF-8F7C-1209EC16B388}" dt="2024-02-07T15:47:32.081" v="6022" actId="12"/>
          <ac:spMkLst>
            <pc:docMk/>
            <pc:sldMk cId="3162634308" sldId="266"/>
            <ac:spMk id="5" creationId="{4E9773D3-9364-C9C7-D7AC-2283CE91D2FE}"/>
          </ac:spMkLst>
        </pc:spChg>
        <pc:spChg chg="add mod">
          <ac:chgData name="Peter Köppel" userId="a1c82a6b-ff15-4c84-b95c-d36bf0797521" providerId="ADAL" clId="{49C4C059-D607-45EF-8F7C-1209EC16B388}" dt="2024-02-07T15:47:35.691" v="6023" actId="12"/>
          <ac:spMkLst>
            <pc:docMk/>
            <pc:sldMk cId="3162634308" sldId="266"/>
            <ac:spMk id="7" creationId="{89C1B7FF-9E13-F529-6874-0070D20CBF76}"/>
          </ac:spMkLst>
        </pc:spChg>
        <pc:spChg chg="add mod">
          <ac:chgData name="Peter Köppel" userId="a1c82a6b-ff15-4c84-b95c-d36bf0797521" providerId="ADAL" clId="{49C4C059-D607-45EF-8F7C-1209EC16B388}" dt="2024-02-07T16:02:06.780" v="6719" actId="962"/>
          <ac:spMkLst>
            <pc:docMk/>
            <pc:sldMk cId="3162634308" sldId="266"/>
            <ac:spMk id="17" creationId="{BA14A4FE-C544-CDAC-90C4-7FE4C6923519}"/>
          </ac:spMkLst>
        </pc:spChg>
        <pc:spChg chg="add del">
          <ac:chgData name="Peter Köppel" userId="a1c82a6b-ff15-4c84-b95c-d36bf0797521" providerId="ADAL" clId="{49C4C059-D607-45EF-8F7C-1209EC16B388}" dt="2024-02-07T16:03:05.949" v="6730" actId="478"/>
          <ac:spMkLst>
            <pc:docMk/>
            <pc:sldMk cId="3162634308" sldId="266"/>
            <ac:spMk id="18" creationId="{758BD2C6-86FE-A508-82F3-2A43FE6A1E2B}"/>
          </ac:spMkLst>
        </pc:spChg>
        <pc:spChg chg="add del mod">
          <ac:chgData name="Peter Köppel" userId="a1c82a6b-ff15-4c84-b95c-d36bf0797521" providerId="ADAL" clId="{49C4C059-D607-45EF-8F7C-1209EC16B388}" dt="2024-02-07T16:02:59.700" v="6729" actId="478"/>
          <ac:spMkLst>
            <pc:docMk/>
            <pc:sldMk cId="3162634308" sldId="266"/>
            <ac:spMk id="19" creationId="{CE6DB348-9F8F-6338-CF65-1FE2D45E1B4F}"/>
          </ac:spMkLst>
        </pc:spChg>
        <pc:picChg chg="add del mod">
          <ac:chgData name="Peter Köppel" userId="a1c82a6b-ff15-4c84-b95c-d36bf0797521" providerId="ADAL" clId="{49C4C059-D607-45EF-8F7C-1209EC16B388}" dt="2024-02-07T15:59:30.503" v="6701" actId="478"/>
          <ac:picMkLst>
            <pc:docMk/>
            <pc:sldMk cId="3162634308" sldId="266"/>
            <ac:picMk id="9" creationId="{65BDB945-3A28-D1F5-BD1E-9D1F27399654}"/>
          </ac:picMkLst>
        </pc:picChg>
        <pc:picChg chg="add mod">
          <ac:chgData name="Peter Köppel" userId="a1c82a6b-ff15-4c84-b95c-d36bf0797521" providerId="ADAL" clId="{49C4C059-D607-45EF-8F7C-1209EC16B388}" dt="2024-02-08T12:53:03.671" v="8242" actId="1076"/>
          <ac:picMkLst>
            <pc:docMk/>
            <pc:sldMk cId="3162634308" sldId="266"/>
            <ac:picMk id="9" creationId="{879943A6-BEEB-E1F4-10B1-B96B76083C6A}"/>
          </ac:picMkLst>
        </pc:picChg>
        <pc:picChg chg="add mod">
          <ac:chgData name="Peter Köppel" userId="a1c82a6b-ff15-4c84-b95c-d36bf0797521" providerId="ADAL" clId="{49C4C059-D607-45EF-8F7C-1209EC16B388}" dt="2024-02-07T16:06:32.506" v="6767" actId="1076"/>
          <ac:picMkLst>
            <pc:docMk/>
            <pc:sldMk cId="3162634308" sldId="266"/>
            <ac:picMk id="11" creationId="{AE5AC6D4-D91D-D694-8DEC-E547E6F44ECF}"/>
          </ac:picMkLst>
        </pc:picChg>
        <pc:picChg chg="add mod">
          <ac:chgData name="Peter Köppel" userId="a1c82a6b-ff15-4c84-b95c-d36bf0797521" providerId="ADAL" clId="{49C4C059-D607-45EF-8F7C-1209EC16B388}" dt="2024-02-07T16:04:46.988" v="6748" actId="1076"/>
          <ac:picMkLst>
            <pc:docMk/>
            <pc:sldMk cId="3162634308" sldId="266"/>
            <ac:picMk id="14" creationId="{4257A9E4-5CB1-E923-357D-CDAAF5639859}"/>
          </ac:picMkLst>
        </pc:picChg>
        <pc:picChg chg="add mod">
          <ac:chgData name="Peter Köppel" userId="a1c82a6b-ff15-4c84-b95c-d36bf0797521" providerId="ADAL" clId="{49C4C059-D607-45EF-8F7C-1209EC16B388}" dt="2024-02-07T16:05:56.084" v="6761" actId="1076"/>
          <ac:picMkLst>
            <pc:docMk/>
            <pc:sldMk cId="3162634308" sldId="266"/>
            <ac:picMk id="16" creationId="{25F23A6B-1C63-CED5-BAB9-B5C1ACDCECCD}"/>
          </ac:picMkLst>
        </pc:picChg>
        <pc:picChg chg="add mod modCrop">
          <ac:chgData name="Peter Köppel" userId="a1c82a6b-ff15-4c84-b95c-d36bf0797521" providerId="ADAL" clId="{49C4C059-D607-45EF-8F7C-1209EC16B388}" dt="2024-02-08T12:53:31.087" v="8245" actId="1076"/>
          <ac:picMkLst>
            <pc:docMk/>
            <pc:sldMk cId="3162634308" sldId="266"/>
            <ac:picMk id="21" creationId="{2D14F5C5-835E-A122-B0A3-52689797D491}"/>
          </ac:picMkLst>
        </pc:picChg>
        <pc:cxnChg chg="add mod">
          <ac:chgData name="Peter Köppel" userId="a1c82a6b-ff15-4c84-b95c-d36bf0797521" providerId="ADAL" clId="{49C4C059-D607-45EF-8F7C-1209EC16B388}" dt="2024-02-08T12:53:41.376" v="8249" actId="14100"/>
          <ac:cxnSpMkLst>
            <pc:docMk/>
            <pc:sldMk cId="3162634308" sldId="266"/>
            <ac:cxnSpMk id="19" creationId="{58037D52-F06E-A1F6-4B20-77934B96BA0A}"/>
          </ac:cxnSpMkLst>
        </pc:cxnChg>
        <pc:cxnChg chg="add mod">
          <ac:chgData name="Peter Köppel" userId="a1c82a6b-ff15-4c84-b95c-d36bf0797521" providerId="ADAL" clId="{49C4C059-D607-45EF-8F7C-1209EC16B388}" dt="2024-02-08T12:53:06.751" v="8243" actId="14100"/>
          <ac:cxnSpMkLst>
            <pc:docMk/>
            <pc:sldMk cId="3162634308" sldId="266"/>
            <ac:cxnSpMk id="23" creationId="{9D8F1C77-AE25-E9F8-3AC5-F2797B8C7767}"/>
          </ac:cxnSpMkLst>
        </pc:cxnChg>
        <pc:cxnChg chg="add mod">
          <ac:chgData name="Peter Köppel" userId="a1c82a6b-ff15-4c84-b95c-d36bf0797521" providerId="ADAL" clId="{49C4C059-D607-45EF-8F7C-1209EC16B388}" dt="2024-02-08T12:53:31.087" v="8245" actId="1076"/>
          <ac:cxnSpMkLst>
            <pc:docMk/>
            <pc:sldMk cId="3162634308" sldId="266"/>
            <ac:cxnSpMk id="33" creationId="{732348D2-F109-4299-49D6-5CD5513C8C41}"/>
          </ac:cxnSpMkLst>
        </pc:cxnChg>
        <pc:cxnChg chg="add mod">
          <ac:chgData name="Peter Köppel" userId="a1c82a6b-ff15-4c84-b95c-d36bf0797521" providerId="ADAL" clId="{49C4C059-D607-45EF-8F7C-1209EC16B388}" dt="2024-02-08T12:53:20.017" v="8244" actId="14100"/>
          <ac:cxnSpMkLst>
            <pc:docMk/>
            <pc:sldMk cId="3162634308" sldId="266"/>
            <ac:cxnSpMk id="38" creationId="{731E4EDA-A165-C421-5D31-515F877CB721}"/>
          </ac:cxnSpMkLst>
        </pc:cxnChg>
      </pc:sldChg>
      <pc:sldChg chg="addSp delSp modSp add mod delAnim modAnim">
        <pc:chgData name="Peter Köppel" userId="a1c82a6b-ff15-4c84-b95c-d36bf0797521" providerId="ADAL" clId="{49C4C059-D607-45EF-8F7C-1209EC16B388}" dt="2024-02-07T15:15:08.835" v="4901" actId="20577"/>
        <pc:sldMkLst>
          <pc:docMk/>
          <pc:sldMk cId="3796945064" sldId="267"/>
        </pc:sldMkLst>
        <pc:spChg chg="del">
          <ac:chgData name="Peter Köppel" userId="a1c82a6b-ff15-4c84-b95c-d36bf0797521" providerId="ADAL" clId="{49C4C059-D607-45EF-8F7C-1209EC16B388}" dt="2024-02-07T13:05:54.514" v="821" actId="478"/>
          <ac:spMkLst>
            <pc:docMk/>
            <pc:sldMk cId="3796945064" sldId="267"/>
            <ac:spMk id="2" creationId="{3F1E0C48-B258-9B51-0FDB-E8ACD6C9E0DD}"/>
          </ac:spMkLst>
        </pc:spChg>
        <pc:spChg chg="del">
          <ac:chgData name="Peter Köppel" userId="a1c82a6b-ff15-4c84-b95c-d36bf0797521" providerId="ADAL" clId="{49C4C059-D607-45EF-8F7C-1209EC16B388}" dt="2024-02-07T13:05:54.514" v="821" actId="478"/>
          <ac:spMkLst>
            <pc:docMk/>
            <pc:sldMk cId="3796945064" sldId="267"/>
            <ac:spMk id="3" creationId="{1A883F5E-1673-13A9-E9F0-518AE85D7C2D}"/>
          </ac:spMkLst>
        </pc:spChg>
        <pc:spChg chg="mod">
          <ac:chgData name="Peter Köppel" userId="a1c82a6b-ff15-4c84-b95c-d36bf0797521" providerId="ADAL" clId="{49C4C059-D607-45EF-8F7C-1209EC16B388}" dt="2024-02-07T15:15:08.835" v="4901" actId="20577"/>
          <ac:spMkLst>
            <pc:docMk/>
            <pc:sldMk cId="3796945064" sldId="267"/>
            <ac:spMk id="4" creationId="{BAD6A747-D3E0-6795-E35E-A9145A17513A}"/>
          </ac:spMkLst>
        </pc:spChg>
        <pc:spChg chg="add del mod">
          <ac:chgData name="Peter Köppel" userId="a1c82a6b-ff15-4c84-b95c-d36bf0797521" providerId="ADAL" clId="{49C4C059-D607-45EF-8F7C-1209EC16B388}" dt="2024-02-07T13:07:07.571" v="833" actId="478"/>
          <ac:spMkLst>
            <pc:docMk/>
            <pc:sldMk cId="3796945064" sldId="267"/>
            <ac:spMk id="5" creationId="{BFB13150-3C18-15C5-7FD1-47CF843C31D3}"/>
          </ac:spMkLst>
        </pc:spChg>
        <pc:spChg chg="add del mod">
          <ac:chgData name="Peter Köppel" userId="a1c82a6b-ff15-4c84-b95c-d36bf0797521" providerId="ADAL" clId="{49C4C059-D607-45EF-8F7C-1209EC16B388}" dt="2024-02-07T13:08:07.042" v="852" actId="478"/>
          <ac:spMkLst>
            <pc:docMk/>
            <pc:sldMk cId="3796945064" sldId="267"/>
            <ac:spMk id="7" creationId="{2D76D74D-BBFF-B6A5-9AB9-35B42952A835}"/>
          </ac:spMkLst>
        </pc:spChg>
        <pc:spChg chg="add mod">
          <ac:chgData name="Peter Köppel" userId="a1c82a6b-ff15-4c84-b95c-d36bf0797521" providerId="ADAL" clId="{49C4C059-D607-45EF-8F7C-1209EC16B388}" dt="2024-02-07T13:40:52.192" v="1200" actId="164"/>
          <ac:spMkLst>
            <pc:docMk/>
            <pc:sldMk cId="3796945064" sldId="267"/>
            <ac:spMk id="8" creationId="{AF445E1B-4C96-257A-BE39-A90C4E817C5A}"/>
          </ac:spMkLst>
        </pc:spChg>
        <pc:spChg chg="add del mod">
          <ac:chgData name="Peter Köppel" userId="a1c82a6b-ff15-4c84-b95c-d36bf0797521" providerId="ADAL" clId="{49C4C059-D607-45EF-8F7C-1209EC16B388}" dt="2024-02-07T13:07:27.447" v="836" actId="478"/>
          <ac:spMkLst>
            <pc:docMk/>
            <pc:sldMk cId="3796945064" sldId="267"/>
            <ac:spMk id="9" creationId="{BFC90501-24B9-BA2F-54BD-F5FD07155A90}"/>
          </ac:spMkLst>
        </pc:spChg>
        <pc:spChg chg="add mod">
          <ac:chgData name="Peter Köppel" userId="a1c82a6b-ff15-4c84-b95c-d36bf0797521" providerId="ADAL" clId="{49C4C059-D607-45EF-8F7C-1209EC16B388}" dt="2024-02-07T13:41:10.207" v="1202" actId="164"/>
          <ac:spMkLst>
            <pc:docMk/>
            <pc:sldMk cId="3796945064" sldId="267"/>
            <ac:spMk id="10" creationId="{5B02DFD0-7ED1-2E43-D52B-E2BBF218F82A}"/>
          </ac:spMkLst>
        </pc:spChg>
        <pc:spChg chg="add mod">
          <ac:chgData name="Peter Köppel" userId="a1c82a6b-ff15-4c84-b95c-d36bf0797521" providerId="ADAL" clId="{49C4C059-D607-45EF-8F7C-1209EC16B388}" dt="2024-02-07T13:41:05.071" v="1201" actId="164"/>
          <ac:spMkLst>
            <pc:docMk/>
            <pc:sldMk cId="3796945064" sldId="267"/>
            <ac:spMk id="11" creationId="{3B55C8C9-E048-0E63-D12E-1CF5CDBEA9A7}"/>
          </ac:spMkLst>
        </pc:spChg>
        <pc:spChg chg="add mod">
          <ac:chgData name="Peter Köppel" userId="a1c82a6b-ff15-4c84-b95c-d36bf0797521" providerId="ADAL" clId="{49C4C059-D607-45EF-8F7C-1209EC16B388}" dt="2024-02-07T13:40:52.192" v="1200" actId="164"/>
          <ac:spMkLst>
            <pc:docMk/>
            <pc:sldMk cId="3796945064" sldId="267"/>
            <ac:spMk id="12" creationId="{8C7CEE9E-5905-7E5A-E9AD-73C6CC02408F}"/>
          </ac:spMkLst>
        </pc:spChg>
        <pc:spChg chg="del">
          <ac:chgData name="Peter Köppel" userId="a1c82a6b-ff15-4c84-b95c-d36bf0797521" providerId="ADAL" clId="{49C4C059-D607-45EF-8F7C-1209EC16B388}" dt="2024-02-07T13:05:54.514" v="821" actId="478"/>
          <ac:spMkLst>
            <pc:docMk/>
            <pc:sldMk cId="3796945064" sldId="267"/>
            <ac:spMk id="14" creationId="{350F2AB4-A3C2-8BCD-4CE1-771C3C818AB8}"/>
          </ac:spMkLst>
        </pc:spChg>
        <pc:spChg chg="del">
          <ac:chgData name="Peter Köppel" userId="a1c82a6b-ff15-4c84-b95c-d36bf0797521" providerId="ADAL" clId="{49C4C059-D607-45EF-8F7C-1209EC16B388}" dt="2024-02-07T13:05:54.514" v="821" actId="478"/>
          <ac:spMkLst>
            <pc:docMk/>
            <pc:sldMk cId="3796945064" sldId="267"/>
            <ac:spMk id="15" creationId="{9EABA6FF-B949-756A-1C42-B83DE2ABEAFC}"/>
          </ac:spMkLst>
        </pc:spChg>
        <pc:spChg chg="del">
          <ac:chgData name="Peter Köppel" userId="a1c82a6b-ff15-4c84-b95c-d36bf0797521" providerId="ADAL" clId="{49C4C059-D607-45EF-8F7C-1209EC16B388}" dt="2024-02-07T13:05:54.514" v="821" actId="478"/>
          <ac:spMkLst>
            <pc:docMk/>
            <pc:sldMk cId="3796945064" sldId="267"/>
            <ac:spMk id="16" creationId="{10E2D350-352F-2F86-D479-A4B5515CB257}"/>
          </ac:spMkLst>
        </pc:spChg>
        <pc:spChg chg="del">
          <ac:chgData name="Peter Köppel" userId="a1c82a6b-ff15-4c84-b95c-d36bf0797521" providerId="ADAL" clId="{49C4C059-D607-45EF-8F7C-1209EC16B388}" dt="2024-02-07T13:05:54.514" v="821" actId="478"/>
          <ac:spMkLst>
            <pc:docMk/>
            <pc:sldMk cId="3796945064" sldId="267"/>
            <ac:spMk id="17" creationId="{5F2621FD-C04D-58E3-7E08-FFD5C66DF10E}"/>
          </ac:spMkLst>
        </pc:spChg>
        <pc:spChg chg="del">
          <ac:chgData name="Peter Köppel" userId="a1c82a6b-ff15-4c84-b95c-d36bf0797521" providerId="ADAL" clId="{49C4C059-D607-45EF-8F7C-1209EC16B388}" dt="2024-02-07T13:05:54.514" v="821" actId="478"/>
          <ac:spMkLst>
            <pc:docMk/>
            <pc:sldMk cId="3796945064" sldId="267"/>
            <ac:spMk id="18" creationId="{2E1EE1FB-5628-084A-5D06-4A01FA82DAFC}"/>
          </ac:spMkLst>
        </pc:spChg>
        <pc:spChg chg="del">
          <ac:chgData name="Peter Köppel" userId="a1c82a6b-ff15-4c84-b95c-d36bf0797521" providerId="ADAL" clId="{49C4C059-D607-45EF-8F7C-1209EC16B388}" dt="2024-02-07T13:05:54.514" v="821" actId="478"/>
          <ac:spMkLst>
            <pc:docMk/>
            <pc:sldMk cId="3796945064" sldId="267"/>
            <ac:spMk id="19" creationId="{8C076086-84CC-9E5E-9F4D-1E78F012F432}"/>
          </ac:spMkLst>
        </pc:spChg>
        <pc:spChg chg="del">
          <ac:chgData name="Peter Köppel" userId="a1c82a6b-ff15-4c84-b95c-d36bf0797521" providerId="ADAL" clId="{49C4C059-D607-45EF-8F7C-1209EC16B388}" dt="2024-02-07T13:05:54.514" v="821" actId="478"/>
          <ac:spMkLst>
            <pc:docMk/>
            <pc:sldMk cId="3796945064" sldId="267"/>
            <ac:spMk id="20" creationId="{A2F51874-0EE3-0D7C-AD6B-10AC77B70C29}"/>
          </ac:spMkLst>
        </pc:spChg>
        <pc:spChg chg="del">
          <ac:chgData name="Peter Köppel" userId="a1c82a6b-ff15-4c84-b95c-d36bf0797521" providerId="ADAL" clId="{49C4C059-D607-45EF-8F7C-1209EC16B388}" dt="2024-02-07T13:05:54.514" v="821" actId="478"/>
          <ac:spMkLst>
            <pc:docMk/>
            <pc:sldMk cId="3796945064" sldId="267"/>
            <ac:spMk id="21" creationId="{E4776835-398C-1488-5533-D31A67CC5449}"/>
          </ac:spMkLst>
        </pc:spChg>
        <pc:spChg chg="add mod">
          <ac:chgData name="Peter Köppel" userId="a1c82a6b-ff15-4c84-b95c-d36bf0797521" providerId="ADAL" clId="{49C4C059-D607-45EF-8F7C-1209EC16B388}" dt="2024-02-07T13:41:10.207" v="1202" actId="164"/>
          <ac:spMkLst>
            <pc:docMk/>
            <pc:sldMk cId="3796945064" sldId="267"/>
            <ac:spMk id="28" creationId="{838D0942-AB58-C686-0E65-FFBD604F9E76}"/>
          </ac:spMkLst>
        </pc:spChg>
        <pc:spChg chg="add mod">
          <ac:chgData name="Peter Köppel" userId="a1c82a6b-ff15-4c84-b95c-d36bf0797521" providerId="ADAL" clId="{49C4C059-D607-45EF-8F7C-1209EC16B388}" dt="2024-02-07T13:41:05.071" v="1201" actId="164"/>
          <ac:spMkLst>
            <pc:docMk/>
            <pc:sldMk cId="3796945064" sldId="267"/>
            <ac:spMk id="29" creationId="{945BA121-6646-F037-CF00-0DBA213270A3}"/>
          </ac:spMkLst>
        </pc:spChg>
        <pc:spChg chg="add mod">
          <ac:chgData name="Peter Köppel" userId="a1c82a6b-ff15-4c84-b95c-d36bf0797521" providerId="ADAL" clId="{49C4C059-D607-45EF-8F7C-1209EC16B388}" dt="2024-02-07T13:38:55.866" v="1189" actId="164"/>
          <ac:spMkLst>
            <pc:docMk/>
            <pc:sldMk cId="3796945064" sldId="267"/>
            <ac:spMk id="30" creationId="{1E0C813A-0DA2-66A3-98B1-604728F4EC1A}"/>
          </ac:spMkLst>
        </pc:spChg>
        <pc:spChg chg="add mod">
          <ac:chgData name="Peter Köppel" userId="a1c82a6b-ff15-4c84-b95c-d36bf0797521" providerId="ADAL" clId="{49C4C059-D607-45EF-8F7C-1209EC16B388}" dt="2024-02-07T13:40:30.464" v="1199" actId="164"/>
          <ac:spMkLst>
            <pc:docMk/>
            <pc:sldMk cId="3796945064" sldId="267"/>
            <ac:spMk id="32" creationId="{FCA47072-614F-7C8F-C536-72048420D2EF}"/>
          </ac:spMkLst>
        </pc:spChg>
        <pc:spChg chg="add mod">
          <ac:chgData name="Peter Köppel" userId="a1c82a6b-ff15-4c84-b95c-d36bf0797521" providerId="ADAL" clId="{49C4C059-D607-45EF-8F7C-1209EC16B388}" dt="2024-02-07T13:42:31.936" v="1205" actId="164"/>
          <ac:spMkLst>
            <pc:docMk/>
            <pc:sldMk cId="3796945064" sldId="267"/>
            <ac:spMk id="33" creationId="{10E54FAB-7315-7D84-156D-7DBE0D69622A}"/>
          </ac:spMkLst>
        </pc:spChg>
        <pc:spChg chg="add mod">
          <ac:chgData name="Peter Köppel" userId="a1c82a6b-ff15-4c84-b95c-d36bf0797521" providerId="ADAL" clId="{49C4C059-D607-45EF-8F7C-1209EC16B388}" dt="2024-02-07T13:42:11.483" v="1204" actId="164"/>
          <ac:spMkLst>
            <pc:docMk/>
            <pc:sldMk cId="3796945064" sldId="267"/>
            <ac:spMk id="35" creationId="{7694C4D4-08C7-F258-FE3C-9D330EE2CF88}"/>
          </ac:spMkLst>
        </pc:spChg>
        <pc:spChg chg="add mod">
          <ac:chgData name="Peter Köppel" userId="a1c82a6b-ff15-4c84-b95c-d36bf0797521" providerId="ADAL" clId="{49C4C059-D607-45EF-8F7C-1209EC16B388}" dt="2024-02-07T13:42:11.483" v="1204" actId="164"/>
          <ac:spMkLst>
            <pc:docMk/>
            <pc:sldMk cId="3796945064" sldId="267"/>
            <ac:spMk id="36" creationId="{F81D5C61-8CA7-B786-9283-D183077401DB}"/>
          </ac:spMkLst>
        </pc:spChg>
        <pc:spChg chg="add mod">
          <ac:chgData name="Peter Köppel" userId="a1c82a6b-ff15-4c84-b95c-d36bf0797521" providerId="ADAL" clId="{49C4C059-D607-45EF-8F7C-1209EC16B388}" dt="2024-02-07T13:42:11.483" v="1204" actId="164"/>
          <ac:spMkLst>
            <pc:docMk/>
            <pc:sldMk cId="3796945064" sldId="267"/>
            <ac:spMk id="37" creationId="{88E52B65-0FDE-2B8E-9610-A10247A651C2}"/>
          </ac:spMkLst>
        </pc:spChg>
        <pc:spChg chg="add mod">
          <ac:chgData name="Peter Köppel" userId="a1c82a6b-ff15-4c84-b95c-d36bf0797521" providerId="ADAL" clId="{49C4C059-D607-45EF-8F7C-1209EC16B388}" dt="2024-02-07T13:42:31.936" v="1205" actId="164"/>
          <ac:spMkLst>
            <pc:docMk/>
            <pc:sldMk cId="3796945064" sldId="267"/>
            <ac:spMk id="38" creationId="{8F11C93D-9749-B0DB-F76E-E98D9125FC75}"/>
          </ac:spMkLst>
        </pc:spChg>
        <pc:spChg chg="add mod">
          <ac:chgData name="Peter Köppel" userId="a1c82a6b-ff15-4c84-b95c-d36bf0797521" providerId="ADAL" clId="{49C4C059-D607-45EF-8F7C-1209EC16B388}" dt="2024-02-07T13:41:53.442" v="1203" actId="164"/>
          <ac:spMkLst>
            <pc:docMk/>
            <pc:sldMk cId="3796945064" sldId="267"/>
            <ac:spMk id="39" creationId="{7DEAC2E8-E774-13D0-A4AF-29E8F39D80DE}"/>
          </ac:spMkLst>
        </pc:spChg>
        <pc:spChg chg="add mod">
          <ac:chgData name="Peter Köppel" userId="a1c82a6b-ff15-4c84-b95c-d36bf0797521" providerId="ADAL" clId="{49C4C059-D607-45EF-8F7C-1209EC16B388}" dt="2024-02-07T13:40:05.510" v="1193" actId="164"/>
          <ac:spMkLst>
            <pc:docMk/>
            <pc:sldMk cId="3796945064" sldId="267"/>
            <ac:spMk id="40" creationId="{33D186D4-64C4-DBB5-7842-325F4040A0BA}"/>
          </ac:spMkLst>
        </pc:spChg>
        <pc:spChg chg="add mod">
          <ac:chgData name="Peter Köppel" userId="a1c82a6b-ff15-4c84-b95c-d36bf0797521" providerId="ADAL" clId="{49C4C059-D607-45EF-8F7C-1209EC16B388}" dt="2024-02-07T13:40:05.510" v="1193" actId="164"/>
          <ac:spMkLst>
            <pc:docMk/>
            <pc:sldMk cId="3796945064" sldId="267"/>
            <ac:spMk id="41" creationId="{ABC3F2A7-629A-7735-7A1F-0AA60BC4E59C}"/>
          </ac:spMkLst>
        </pc:spChg>
        <pc:spChg chg="add mod">
          <ac:chgData name="Peter Köppel" userId="a1c82a6b-ff15-4c84-b95c-d36bf0797521" providerId="ADAL" clId="{49C4C059-D607-45EF-8F7C-1209EC16B388}" dt="2024-02-07T13:40:05.510" v="1193" actId="164"/>
          <ac:spMkLst>
            <pc:docMk/>
            <pc:sldMk cId="3796945064" sldId="267"/>
            <ac:spMk id="42" creationId="{D20E8221-12FA-8158-B442-36B06D6F175E}"/>
          </ac:spMkLst>
        </pc:spChg>
        <pc:spChg chg="add mod">
          <ac:chgData name="Peter Köppel" userId="a1c82a6b-ff15-4c84-b95c-d36bf0797521" providerId="ADAL" clId="{49C4C059-D607-45EF-8F7C-1209EC16B388}" dt="2024-02-07T13:40:05.510" v="1193" actId="164"/>
          <ac:spMkLst>
            <pc:docMk/>
            <pc:sldMk cId="3796945064" sldId="267"/>
            <ac:spMk id="43" creationId="{99B9B06B-C067-3DF8-BAA7-D736B2428CAB}"/>
          </ac:spMkLst>
        </pc:spChg>
        <pc:spChg chg="add mod">
          <ac:chgData name="Peter Köppel" userId="a1c82a6b-ff15-4c84-b95c-d36bf0797521" providerId="ADAL" clId="{49C4C059-D607-45EF-8F7C-1209EC16B388}" dt="2024-02-07T13:40:05.510" v="1193" actId="164"/>
          <ac:spMkLst>
            <pc:docMk/>
            <pc:sldMk cId="3796945064" sldId="267"/>
            <ac:spMk id="44" creationId="{2FB34F4C-1BE9-4F4E-1A24-2A6175C2A1F5}"/>
          </ac:spMkLst>
        </pc:spChg>
        <pc:spChg chg="add mod">
          <ac:chgData name="Peter Köppel" userId="a1c82a6b-ff15-4c84-b95c-d36bf0797521" providerId="ADAL" clId="{49C4C059-D607-45EF-8F7C-1209EC16B388}" dt="2024-02-07T13:41:53.442" v="1203" actId="164"/>
          <ac:spMkLst>
            <pc:docMk/>
            <pc:sldMk cId="3796945064" sldId="267"/>
            <ac:spMk id="45" creationId="{313500DC-4537-CEDF-4BDC-F468772FDFE2}"/>
          </ac:spMkLst>
        </pc:spChg>
        <pc:spChg chg="add mod topLvl">
          <ac:chgData name="Peter Köppel" userId="a1c82a6b-ff15-4c84-b95c-d36bf0797521" providerId="ADAL" clId="{49C4C059-D607-45EF-8F7C-1209EC16B388}" dt="2024-02-07T13:43:38.328" v="1213" actId="164"/>
          <ac:spMkLst>
            <pc:docMk/>
            <pc:sldMk cId="3796945064" sldId="267"/>
            <ac:spMk id="47" creationId="{C70CB0CD-985C-EB7F-113F-FF29064C62A6}"/>
          </ac:spMkLst>
        </pc:spChg>
        <pc:spChg chg="add mod">
          <ac:chgData name="Peter Köppel" userId="a1c82a6b-ff15-4c84-b95c-d36bf0797521" providerId="ADAL" clId="{49C4C059-D607-45EF-8F7C-1209EC16B388}" dt="2024-02-07T13:41:53.442" v="1203" actId="164"/>
          <ac:spMkLst>
            <pc:docMk/>
            <pc:sldMk cId="3796945064" sldId="267"/>
            <ac:spMk id="48" creationId="{01AB39A8-2322-B557-6C7B-DF11A229AB02}"/>
          </ac:spMkLst>
        </pc:spChg>
        <pc:spChg chg="add del mod">
          <ac:chgData name="Peter Köppel" userId="a1c82a6b-ff15-4c84-b95c-d36bf0797521" providerId="ADAL" clId="{49C4C059-D607-45EF-8F7C-1209EC16B388}" dt="2024-02-07T13:24:08.083" v="1087" actId="478"/>
          <ac:spMkLst>
            <pc:docMk/>
            <pc:sldMk cId="3796945064" sldId="267"/>
            <ac:spMk id="68" creationId="{35161321-316D-60EB-2782-EE4DF640035D}"/>
          </ac:spMkLst>
        </pc:spChg>
        <pc:spChg chg="add mod">
          <ac:chgData name="Peter Köppel" userId="a1c82a6b-ff15-4c84-b95c-d36bf0797521" providerId="ADAL" clId="{49C4C059-D607-45EF-8F7C-1209EC16B388}" dt="2024-02-07T13:38:55.866" v="1189" actId="164"/>
          <ac:spMkLst>
            <pc:docMk/>
            <pc:sldMk cId="3796945064" sldId="267"/>
            <ac:spMk id="109" creationId="{87B6513D-24AA-DC37-8A3D-7FF53D05AF45}"/>
          </ac:spMkLst>
        </pc:spChg>
        <pc:grpChg chg="add mod">
          <ac:chgData name="Peter Köppel" userId="a1c82a6b-ff15-4c84-b95c-d36bf0797521" providerId="ADAL" clId="{49C4C059-D607-45EF-8F7C-1209EC16B388}" dt="2024-02-07T13:38:55.866" v="1189" actId="164"/>
          <ac:grpSpMkLst>
            <pc:docMk/>
            <pc:sldMk cId="3796945064" sldId="267"/>
            <ac:grpSpMk id="110" creationId="{E6AA7870-E199-3B23-0BF5-F87F7C24AEAE}"/>
          </ac:grpSpMkLst>
        </pc:grpChg>
        <pc:grpChg chg="add mod">
          <ac:chgData name="Peter Köppel" userId="a1c82a6b-ff15-4c84-b95c-d36bf0797521" providerId="ADAL" clId="{49C4C059-D607-45EF-8F7C-1209EC16B388}" dt="2024-02-07T13:40:05.510" v="1193" actId="164"/>
          <ac:grpSpMkLst>
            <pc:docMk/>
            <pc:sldMk cId="3796945064" sldId="267"/>
            <ac:grpSpMk id="111" creationId="{759C48BC-E978-785F-9805-37943174D6D6}"/>
          </ac:grpSpMkLst>
        </pc:grpChg>
        <pc:grpChg chg="add mod">
          <ac:chgData name="Peter Köppel" userId="a1c82a6b-ff15-4c84-b95c-d36bf0797521" providerId="ADAL" clId="{49C4C059-D607-45EF-8F7C-1209EC16B388}" dt="2024-02-07T13:40:30.464" v="1199" actId="164"/>
          <ac:grpSpMkLst>
            <pc:docMk/>
            <pc:sldMk cId="3796945064" sldId="267"/>
            <ac:grpSpMk id="112" creationId="{38BF4382-D02C-7939-CF5E-D3C85A2A49FB}"/>
          </ac:grpSpMkLst>
        </pc:grpChg>
        <pc:grpChg chg="add mod">
          <ac:chgData name="Peter Köppel" userId="a1c82a6b-ff15-4c84-b95c-d36bf0797521" providerId="ADAL" clId="{49C4C059-D607-45EF-8F7C-1209EC16B388}" dt="2024-02-07T13:40:52.192" v="1200" actId="164"/>
          <ac:grpSpMkLst>
            <pc:docMk/>
            <pc:sldMk cId="3796945064" sldId="267"/>
            <ac:grpSpMk id="113" creationId="{746314BC-512B-023F-2347-1E9247A72AD1}"/>
          </ac:grpSpMkLst>
        </pc:grpChg>
        <pc:grpChg chg="add mod">
          <ac:chgData name="Peter Köppel" userId="a1c82a6b-ff15-4c84-b95c-d36bf0797521" providerId="ADAL" clId="{49C4C059-D607-45EF-8F7C-1209EC16B388}" dt="2024-02-07T13:41:05.071" v="1201" actId="164"/>
          <ac:grpSpMkLst>
            <pc:docMk/>
            <pc:sldMk cId="3796945064" sldId="267"/>
            <ac:grpSpMk id="114" creationId="{59BCDA2B-0D7C-42A9-C962-A47C40C0FE54}"/>
          </ac:grpSpMkLst>
        </pc:grpChg>
        <pc:grpChg chg="add mod">
          <ac:chgData name="Peter Köppel" userId="a1c82a6b-ff15-4c84-b95c-d36bf0797521" providerId="ADAL" clId="{49C4C059-D607-45EF-8F7C-1209EC16B388}" dt="2024-02-07T13:42:31.936" v="1205" actId="164"/>
          <ac:grpSpMkLst>
            <pc:docMk/>
            <pc:sldMk cId="3796945064" sldId="267"/>
            <ac:grpSpMk id="115" creationId="{7CC64007-D08F-F3E1-CA7B-81590FAE59FE}"/>
          </ac:grpSpMkLst>
        </pc:grpChg>
        <pc:grpChg chg="add mod">
          <ac:chgData name="Peter Köppel" userId="a1c82a6b-ff15-4c84-b95c-d36bf0797521" providerId="ADAL" clId="{49C4C059-D607-45EF-8F7C-1209EC16B388}" dt="2024-02-07T13:41:53.442" v="1203" actId="164"/>
          <ac:grpSpMkLst>
            <pc:docMk/>
            <pc:sldMk cId="3796945064" sldId="267"/>
            <ac:grpSpMk id="116" creationId="{F04C4890-53A9-6FCC-CB42-C07745D3DB6A}"/>
          </ac:grpSpMkLst>
        </pc:grpChg>
        <pc:grpChg chg="add mod">
          <ac:chgData name="Peter Köppel" userId="a1c82a6b-ff15-4c84-b95c-d36bf0797521" providerId="ADAL" clId="{49C4C059-D607-45EF-8F7C-1209EC16B388}" dt="2024-02-07T13:42:11.483" v="1204" actId="164"/>
          <ac:grpSpMkLst>
            <pc:docMk/>
            <pc:sldMk cId="3796945064" sldId="267"/>
            <ac:grpSpMk id="117" creationId="{332A5647-6B44-CCF5-1D59-C6B35AF4EE84}"/>
          </ac:grpSpMkLst>
        </pc:grpChg>
        <pc:grpChg chg="add mod">
          <ac:chgData name="Peter Köppel" userId="a1c82a6b-ff15-4c84-b95c-d36bf0797521" providerId="ADAL" clId="{49C4C059-D607-45EF-8F7C-1209EC16B388}" dt="2024-02-07T13:44:15.926" v="1219" actId="164"/>
          <ac:grpSpMkLst>
            <pc:docMk/>
            <pc:sldMk cId="3796945064" sldId="267"/>
            <ac:grpSpMk id="118" creationId="{FDF22FA2-7146-9CA2-BA91-1B059EB8F394}"/>
          </ac:grpSpMkLst>
        </pc:grpChg>
        <pc:grpChg chg="add del mod">
          <ac:chgData name="Peter Köppel" userId="a1c82a6b-ff15-4c84-b95c-d36bf0797521" providerId="ADAL" clId="{49C4C059-D607-45EF-8F7C-1209EC16B388}" dt="2024-02-07T13:43:29.673" v="1212" actId="165"/>
          <ac:grpSpMkLst>
            <pc:docMk/>
            <pc:sldMk cId="3796945064" sldId="267"/>
            <ac:grpSpMk id="119" creationId="{3F7FE683-26AB-9501-C79D-015C90C84CD4}"/>
          </ac:grpSpMkLst>
        </pc:grpChg>
        <pc:grpChg chg="add mod">
          <ac:chgData name="Peter Köppel" userId="a1c82a6b-ff15-4c84-b95c-d36bf0797521" providerId="ADAL" clId="{49C4C059-D607-45EF-8F7C-1209EC16B388}" dt="2024-02-07T13:43:38.328" v="1213" actId="164"/>
          <ac:grpSpMkLst>
            <pc:docMk/>
            <pc:sldMk cId="3796945064" sldId="267"/>
            <ac:grpSpMk id="120" creationId="{968685A1-16E2-1B69-AFF2-B20B35D66060}"/>
          </ac:grpSpMkLst>
        </pc:grpChg>
        <pc:grpChg chg="add mod">
          <ac:chgData name="Peter Köppel" userId="a1c82a6b-ff15-4c84-b95c-d36bf0797521" providerId="ADAL" clId="{49C4C059-D607-45EF-8F7C-1209EC16B388}" dt="2024-02-07T13:44:15.926" v="1219" actId="164"/>
          <ac:grpSpMkLst>
            <pc:docMk/>
            <pc:sldMk cId="3796945064" sldId="267"/>
            <ac:grpSpMk id="121" creationId="{87953826-D1A7-51BC-75F3-F01498D4D831}"/>
          </ac:grpSpMkLst>
        </pc:grpChg>
        <pc:cxnChg chg="del mod">
          <ac:chgData name="Peter Köppel" userId="a1c82a6b-ff15-4c84-b95c-d36bf0797521" providerId="ADAL" clId="{49C4C059-D607-45EF-8F7C-1209EC16B388}" dt="2024-02-07T13:05:54.514" v="821" actId="478"/>
          <ac:cxnSpMkLst>
            <pc:docMk/>
            <pc:sldMk cId="3796945064" sldId="267"/>
            <ac:cxnSpMk id="22" creationId="{8365FB2C-8556-99A0-5A8D-9BF509BCF2D1}"/>
          </ac:cxnSpMkLst>
        </pc:cxnChg>
        <pc:cxnChg chg="del mod">
          <ac:chgData name="Peter Köppel" userId="a1c82a6b-ff15-4c84-b95c-d36bf0797521" providerId="ADAL" clId="{49C4C059-D607-45EF-8F7C-1209EC16B388}" dt="2024-02-07T13:05:54.514" v="821" actId="478"/>
          <ac:cxnSpMkLst>
            <pc:docMk/>
            <pc:sldMk cId="3796945064" sldId="267"/>
            <ac:cxnSpMk id="23" creationId="{778E5F83-990A-76CF-78B7-8503DC6C88C6}"/>
          </ac:cxnSpMkLst>
        </pc:cxnChg>
        <pc:cxnChg chg="del mod">
          <ac:chgData name="Peter Köppel" userId="a1c82a6b-ff15-4c84-b95c-d36bf0797521" providerId="ADAL" clId="{49C4C059-D607-45EF-8F7C-1209EC16B388}" dt="2024-02-07T13:05:54.514" v="821" actId="478"/>
          <ac:cxnSpMkLst>
            <pc:docMk/>
            <pc:sldMk cId="3796945064" sldId="267"/>
            <ac:cxnSpMk id="24" creationId="{5722A48E-2C49-33B5-D7B8-1E4013F7F601}"/>
          </ac:cxnSpMkLst>
        </pc:cxnChg>
        <pc:cxnChg chg="del mod">
          <ac:chgData name="Peter Köppel" userId="a1c82a6b-ff15-4c84-b95c-d36bf0797521" providerId="ADAL" clId="{49C4C059-D607-45EF-8F7C-1209EC16B388}" dt="2024-02-07T13:05:54.514" v="821" actId="478"/>
          <ac:cxnSpMkLst>
            <pc:docMk/>
            <pc:sldMk cId="3796945064" sldId="267"/>
            <ac:cxnSpMk id="25" creationId="{86FAE4F7-B0EB-14A2-E5C3-EAFC869F1F0E}"/>
          </ac:cxnSpMkLst>
        </pc:cxnChg>
        <pc:cxnChg chg="del mod">
          <ac:chgData name="Peter Köppel" userId="a1c82a6b-ff15-4c84-b95c-d36bf0797521" providerId="ADAL" clId="{49C4C059-D607-45EF-8F7C-1209EC16B388}" dt="2024-02-07T13:05:54.514" v="821" actId="478"/>
          <ac:cxnSpMkLst>
            <pc:docMk/>
            <pc:sldMk cId="3796945064" sldId="267"/>
            <ac:cxnSpMk id="26" creationId="{3D965F4B-E43E-A520-D452-A64B84D4FA6E}"/>
          </ac:cxnSpMkLst>
        </pc:cxnChg>
        <pc:cxnChg chg="del mod">
          <ac:chgData name="Peter Köppel" userId="a1c82a6b-ff15-4c84-b95c-d36bf0797521" providerId="ADAL" clId="{49C4C059-D607-45EF-8F7C-1209EC16B388}" dt="2024-02-07T13:05:54.514" v="821" actId="478"/>
          <ac:cxnSpMkLst>
            <pc:docMk/>
            <pc:sldMk cId="3796945064" sldId="267"/>
            <ac:cxnSpMk id="27" creationId="{0C5354E8-65D0-3BC9-B695-F1975F2957B7}"/>
          </ac:cxnSpMkLst>
        </pc:cxnChg>
        <pc:cxnChg chg="del mod">
          <ac:chgData name="Peter Köppel" userId="a1c82a6b-ff15-4c84-b95c-d36bf0797521" providerId="ADAL" clId="{49C4C059-D607-45EF-8F7C-1209EC16B388}" dt="2024-02-07T13:05:54.514" v="821" actId="478"/>
          <ac:cxnSpMkLst>
            <pc:docMk/>
            <pc:sldMk cId="3796945064" sldId="267"/>
            <ac:cxnSpMk id="31" creationId="{C1D966E7-1B43-79B9-D402-BBFDB556456C}"/>
          </ac:cxnSpMkLst>
        </pc:cxnChg>
        <pc:cxnChg chg="del mod">
          <ac:chgData name="Peter Köppel" userId="a1c82a6b-ff15-4c84-b95c-d36bf0797521" providerId="ADAL" clId="{49C4C059-D607-45EF-8F7C-1209EC16B388}" dt="2024-02-07T13:05:54.514" v="821" actId="478"/>
          <ac:cxnSpMkLst>
            <pc:docMk/>
            <pc:sldMk cId="3796945064" sldId="267"/>
            <ac:cxnSpMk id="34" creationId="{981D21D0-A358-4C38-351F-12BDFA4BFCC5}"/>
          </ac:cxnSpMkLst>
        </pc:cxnChg>
        <pc:cxnChg chg="add mod">
          <ac:chgData name="Peter Köppel" userId="a1c82a6b-ff15-4c84-b95c-d36bf0797521" providerId="ADAL" clId="{49C4C059-D607-45EF-8F7C-1209EC16B388}" dt="2024-02-07T13:41:53.442" v="1203" actId="164"/>
          <ac:cxnSpMkLst>
            <pc:docMk/>
            <pc:sldMk cId="3796945064" sldId="267"/>
            <ac:cxnSpMk id="46" creationId="{D3F509BD-446D-114D-8121-7F0B8D3FD669}"/>
          </ac:cxnSpMkLst>
        </pc:cxnChg>
        <pc:cxnChg chg="add del mod">
          <ac:chgData name="Peter Köppel" userId="a1c82a6b-ff15-4c84-b95c-d36bf0797521" providerId="ADAL" clId="{49C4C059-D607-45EF-8F7C-1209EC16B388}" dt="2024-02-07T13:22:31.085" v="1067" actId="478"/>
          <ac:cxnSpMkLst>
            <pc:docMk/>
            <pc:sldMk cId="3796945064" sldId="267"/>
            <ac:cxnSpMk id="51" creationId="{C7965B0E-8F43-22FC-1BA9-7733FBC7B08D}"/>
          </ac:cxnSpMkLst>
        </pc:cxnChg>
        <pc:cxnChg chg="add mod">
          <ac:chgData name="Peter Köppel" userId="a1c82a6b-ff15-4c84-b95c-d36bf0797521" providerId="ADAL" clId="{49C4C059-D607-45EF-8F7C-1209EC16B388}" dt="2024-02-07T13:41:53.442" v="1203" actId="164"/>
          <ac:cxnSpMkLst>
            <pc:docMk/>
            <pc:sldMk cId="3796945064" sldId="267"/>
            <ac:cxnSpMk id="53" creationId="{8E649B6C-E490-1B49-9D54-F4FE9B6C1CB9}"/>
          </ac:cxnSpMkLst>
        </pc:cxnChg>
        <pc:cxnChg chg="add mod">
          <ac:chgData name="Peter Köppel" userId="a1c82a6b-ff15-4c84-b95c-d36bf0797521" providerId="ADAL" clId="{49C4C059-D607-45EF-8F7C-1209EC16B388}" dt="2024-02-07T13:40:05.510" v="1193" actId="164"/>
          <ac:cxnSpMkLst>
            <pc:docMk/>
            <pc:sldMk cId="3796945064" sldId="267"/>
            <ac:cxnSpMk id="55" creationId="{514A3A00-74A9-2D7D-005C-A3DBF92385DF}"/>
          </ac:cxnSpMkLst>
        </pc:cxnChg>
        <pc:cxnChg chg="add mod">
          <ac:chgData name="Peter Köppel" userId="a1c82a6b-ff15-4c84-b95c-d36bf0797521" providerId="ADAL" clId="{49C4C059-D607-45EF-8F7C-1209EC16B388}" dt="2024-02-07T13:40:05.510" v="1193" actId="164"/>
          <ac:cxnSpMkLst>
            <pc:docMk/>
            <pc:sldMk cId="3796945064" sldId="267"/>
            <ac:cxnSpMk id="56" creationId="{CEBA140A-8DC3-980E-2153-54213E8F44DF}"/>
          </ac:cxnSpMkLst>
        </pc:cxnChg>
        <pc:cxnChg chg="add mod">
          <ac:chgData name="Peter Köppel" userId="a1c82a6b-ff15-4c84-b95c-d36bf0797521" providerId="ADAL" clId="{49C4C059-D607-45EF-8F7C-1209EC16B388}" dt="2024-02-07T13:40:05.510" v="1193" actId="164"/>
          <ac:cxnSpMkLst>
            <pc:docMk/>
            <pc:sldMk cId="3796945064" sldId="267"/>
            <ac:cxnSpMk id="57" creationId="{CFC3A0DF-35FD-46A4-3A88-D282506334D9}"/>
          </ac:cxnSpMkLst>
        </pc:cxnChg>
        <pc:cxnChg chg="add mod">
          <ac:chgData name="Peter Köppel" userId="a1c82a6b-ff15-4c84-b95c-d36bf0797521" providerId="ADAL" clId="{49C4C059-D607-45EF-8F7C-1209EC16B388}" dt="2024-02-07T13:40:05.510" v="1193" actId="164"/>
          <ac:cxnSpMkLst>
            <pc:docMk/>
            <pc:sldMk cId="3796945064" sldId="267"/>
            <ac:cxnSpMk id="58" creationId="{13818C6F-B653-85FB-257B-9D806A4BDDFD}"/>
          </ac:cxnSpMkLst>
        </pc:cxnChg>
        <pc:cxnChg chg="add mod">
          <ac:chgData name="Peter Köppel" userId="a1c82a6b-ff15-4c84-b95c-d36bf0797521" providerId="ADAL" clId="{49C4C059-D607-45EF-8F7C-1209EC16B388}" dt="2024-02-07T13:40:05.510" v="1193" actId="164"/>
          <ac:cxnSpMkLst>
            <pc:docMk/>
            <pc:sldMk cId="3796945064" sldId="267"/>
            <ac:cxnSpMk id="59" creationId="{45079F70-19CB-C1E1-D78B-726B8715FB6F}"/>
          </ac:cxnSpMkLst>
        </pc:cxnChg>
        <pc:cxnChg chg="add mod topLvl">
          <ac:chgData name="Peter Köppel" userId="a1c82a6b-ff15-4c84-b95c-d36bf0797521" providerId="ADAL" clId="{49C4C059-D607-45EF-8F7C-1209EC16B388}" dt="2024-02-07T13:43:38.328" v="1213" actId="164"/>
          <ac:cxnSpMkLst>
            <pc:docMk/>
            <pc:sldMk cId="3796945064" sldId="267"/>
            <ac:cxnSpMk id="70" creationId="{947E6DD2-D4EC-310E-7170-0547FA8DA299}"/>
          </ac:cxnSpMkLst>
        </pc:cxnChg>
        <pc:cxnChg chg="add mod topLvl">
          <ac:chgData name="Peter Köppel" userId="a1c82a6b-ff15-4c84-b95c-d36bf0797521" providerId="ADAL" clId="{49C4C059-D607-45EF-8F7C-1209EC16B388}" dt="2024-02-07T13:43:38.328" v="1213" actId="164"/>
          <ac:cxnSpMkLst>
            <pc:docMk/>
            <pc:sldMk cId="3796945064" sldId="267"/>
            <ac:cxnSpMk id="75" creationId="{D1FDCA4A-54E5-5614-74DA-A10E025149A7}"/>
          </ac:cxnSpMkLst>
        </pc:cxnChg>
        <pc:cxnChg chg="add mod">
          <ac:chgData name="Peter Köppel" userId="a1c82a6b-ff15-4c84-b95c-d36bf0797521" providerId="ADAL" clId="{49C4C059-D607-45EF-8F7C-1209EC16B388}" dt="2024-02-07T13:41:53.442" v="1203" actId="164"/>
          <ac:cxnSpMkLst>
            <pc:docMk/>
            <pc:sldMk cId="3796945064" sldId="267"/>
            <ac:cxnSpMk id="77" creationId="{4866FDAA-330B-39D5-E16F-88E9B29B46DD}"/>
          </ac:cxnSpMkLst>
        </pc:cxnChg>
        <pc:cxnChg chg="add mod">
          <ac:chgData name="Peter Köppel" userId="a1c82a6b-ff15-4c84-b95c-d36bf0797521" providerId="ADAL" clId="{49C4C059-D607-45EF-8F7C-1209EC16B388}" dt="2024-02-07T13:41:53.442" v="1203" actId="164"/>
          <ac:cxnSpMkLst>
            <pc:docMk/>
            <pc:sldMk cId="3796945064" sldId="267"/>
            <ac:cxnSpMk id="79" creationId="{6BF1B7D3-0F99-49B7-9970-7294700AB80D}"/>
          </ac:cxnSpMkLst>
        </pc:cxnChg>
        <pc:cxnChg chg="add mod">
          <ac:chgData name="Peter Köppel" userId="a1c82a6b-ff15-4c84-b95c-d36bf0797521" providerId="ADAL" clId="{49C4C059-D607-45EF-8F7C-1209EC16B388}" dt="2024-02-07T13:40:30.464" v="1199" actId="164"/>
          <ac:cxnSpMkLst>
            <pc:docMk/>
            <pc:sldMk cId="3796945064" sldId="267"/>
            <ac:cxnSpMk id="81" creationId="{9369B7DE-F667-A64C-2C62-5E49F6765324}"/>
          </ac:cxnSpMkLst>
        </pc:cxnChg>
        <pc:cxnChg chg="add mod">
          <ac:chgData name="Peter Köppel" userId="a1c82a6b-ff15-4c84-b95c-d36bf0797521" providerId="ADAL" clId="{49C4C059-D607-45EF-8F7C-1209EC16B388}" dt="2024-02-07T13:42:11.483" v="1204" actId="164"/>
          <ac:cxnSpMkLst>
            <pc:docMk/>
            <pc:sldMk cId="3796945064" sldId="267"/>
            <ac:cxnSpMk id="82" creationId="{1745DD2E-EDC5-379F-4510-01F5C1482469}"/>
          </ac:cxnSpMkLst>
        </pc:cxnChg>
        <pc:cxnChg chg="add mod">
          <ac:chgData name="Peter Köppel" userId="a1c82a6b-ff15-4c84-b95c-d36bf0797521" providerId="ADAL" clId="{49C4C059-D607-45EF-8F7C-1209EC16B388}" dt="2024-02-07T13:42:11.483" v="1204" actId="164"/>
          <ac:cxnSpMkLst>
            <pc:docMk/>
            <pc:sldMk cId="3796945064" sldId="267"/>
            <ac:cxnSpMk id="85" creationId="{95D635CD-8FF4-4248-3C20-8D088D5465A3}"/>
          </ac:cxnSpMkLst>
        </pc:cxnChg>
        <pc:cxnChg chg="add mod">
          <ac:chgData name="Peter Köppel" userId="a1c82a6b-ff15-4c84-b95c-d36bf0797521" providerId="ADAL" clId="{49C4C059-D607-45EF-8F7C-1209EC16B388}" dt="2024-02-07T13:42:11.483" v="1204" actId="164"/>
          <ac:cxnSpMkLst>
            <pc:docMk/>
            <pc:sldMk cId="3796945064" sldId="267"/>
            <ac:cxnSpMk id="88" creationId="{E894BE70-C36A-5899-0201-B2CAE357D08B}"/>
          </ac:cxnSpMkLst>
        </pc:cxnChg>
        <pc:cxnChg chg="add mod">
          <ac:chgData name="Peter Köppel" userId="a1c82a6b-ff15-4c84-b95c-d36bf0797521" providerId="ADAL" clId="{49C4C059-D607-45EF-8F7C-1209EC16B388}" dt="2024-02-07T13:42:31.936" v="1205" actId="164"/>
          <ac:cxnSpMkLst>
            <pc:docMk/>
            <pc:sldMk cId="3796945064" sldId="267"/>
            <ac:cxnSpMk id="91" creationId="{7756DF37-F497-90AE-9ABF-6F5A0E4A4413}"/>
          </ac:cxnSpMkLst>
        </pc:cxnChg>
        <pc:cxnChg chg="add mod">
          <ac:chgData name="Peter Köppel" userId="a1c82a6b-ff15-4c84-b95c-d36bf0797521" providerId="ADAL" clId="{49C4C059-D607-45EF-8F7C-1209EC16B388}" dt="2024-02-07T13:44:15.926" v="1219" actId="164"/>
          <ac:cxnSpMkLst>
            <pc:docMk/>
            <pc:sldMk cId="3796945064" sldId="267"/>
            <ac:cxnSpMk id="94" creationId="{F6E63A9E-9C16-3E36-4AF5-F48BD2232076}"/>
          </ac:cxnSpMkLst>
        </pc:cxnChg>
        <pc:cxnChg chg="add mod">
          <ac:chgData name="Peter Köppel" userId="a1c82a6b-ff15-4c84-b95c-d36bf0797521" providerId="ADAL" clId="{49C4C059-D607-45EF-8F7C-1209EC16B388}" dt="2024-02-07T13:42:31.936" v="1205" actId="164"/>
          <ac:cxnSpMkLst>
            <pc:docMk/>
            <pc:sldMk cId="3796945064" sldId="267"/>
            <ac:cxnSpMk id="97" creationId="{9B081877-C26C-8D02-EBB9-F2EAE57B3266}"/>
          </ac:cxnSpMkLst>
        </pc:cxnChg>
        <pc:cxnChg chg="add mod">
          <ac:chgData name="Peter Köppel" userId="a1c82a6b-ff15-4c84-b95c-d36bf0797521" providerId="ADAL" clId="{49C4C059-D607-45EF-8F7C-1209EC16B388}" dt="2024-02-07T13:42:31.936" v="1205" actId="164"/>
          <ac:cxnSpMkLst>
            <pc:docMk/>
            <pc:sldMk cId="3796945064" sldId="267"/>
            <ac:cxnSpMk id="100" creationId="{A68E8860-D4EF-1086-4C97-4BBF288B4980}"/>
          </ac:cxnSpMkLst>
        </pc:cxnChg>
        <pc:cxnChg chg="add mod topLvl">
          <ac:chgData name="Peter Köppel" userId="a1c82a6b-ff15-4c84-b95c-d36bf0797521" providerId="ADAL" clId="{49C4C059-D607-45EF-8F7C-1209EC16B388}" dt="2024-02-07T13:43:29.673" v="1212" actId="165"/>
          <ac:cxnSpMkLst>
            <pc:docMk/>
            <pc:sldMk cId="3796945064" sldId="267"/>
            <ac:cxnSpMk id="103" creationId="{EE1B4021-22B1-E49D-90D2-B5DE35BFF398}"/>
          </ac:cxnSpMkLst>
        </pc:cxnChg>
      </pc:sldChg>
      <pc:sldChg chg="addSp delSp modSp add del mod delAnim">
        <pc:chgData name="Peter Köppel" userId="a1c82a6b-ff15-4c84-b95c-d36bf0797521" providerId="ADAL" clId="{49C4C059-D607-45EF-8F7C-1209EC16B388}" dt="2024-02-07T10:56:04.049" v="621" actId="2696"/>
        <pc:sldMkLst>
          <pc:docMk/>
          <pc:sldMk cId="4129997379" sldId="267"/>
        </pc:sldMkLst>
        <pc:spChg chg="del">
          <ac:chgData name="Peter Köppel" userId="a1c82a6b-ff15-4c84-b95c-d36bf0797521" providerId="ADAL" clId="{49C4C059-D607-45EF-8F7C-1209EC16B388}" dt="2024-02-07T10:49:55.979" v="592" actId="478"/>
          <ac:spMkLst>
            <pc:docMk/>
            <pc:sldMk cId="4129997379" sldId="267"/>
            <ac:spMk id="2" creationId="{A4C043E8-D40C-B9BD-9062-AFB235BF44BD}"/>
          </ac:spMkLst>
        </pc:spChg>
        <pc:spChg chg="del">
          <ac:chgData name="Peter Köppel" userId="a1c82a6b-ff15-4c84-b95c-d36bf0797521" providerId="ADAL" clId="{49C4C059-D607-45EF-8F7C-1209EC16B388}" dt="2024-02-07T10:51:01.913" v="598" actId="478"/>
          <ac:spMkLst>
            <pc:docMk/>
            <pc:sldMk cId="4129997379" sldId="267"/>
            <ac:spMk id="3" creationId="{9C639571-FD67-AAEB-04FB-82AF530E819C}"/>
          </ac:spMkLst>
        </pc:spChg>
        <pc:spChg chg="mod">
          <ac:chgData name="Peter Köppel" userId="a1c82a6b-ff15-4c84-b95c-d36bf0797521" providerId="ADAL" clId="{49C4C059-D607-45EF-8F7C-1209EC16B388}" dt="2024-02-07T10:49:15.463" v="587" actId="207"/>
          <ac:spMkLst>
            <pc:docMk/>
            <pc:sldMk cId="4129997379" sldId="267"/>
            <ac:spMk id="4" creationId="{5B61844D-DF33-68B3-C1CF-4F1926AC49CA}"/>
          </ac:spMkLst>
        </pc:spChg>
        <pc:spChg chg="del">
          <ac:chgData name="Peter Köppel" userId="a1c82a6b-ff15-4c84-b95c-d36bf0797521" providerId="ADAL" clId="{49C4C059-D607-45EF-8F7C-1209EC16B388}" dt="2024-02-07T10:51:00.291" v="597" actId="478"/>
          <ac:spMkLst>
            <pc:docMk/>
            <pc:sldMk cId="4129997379" sldId="267"/>
            <ac:spMk id="5" creationId="{097DEC55-1F5F-9DEC-67F6-89E2022AB20A}"/>
          </ac:spMkLst>
        </pc:spChg>
        <pc:spChg chg="del">
          <ac:chgData name="Peter Köppel" userId="a1c82a6b-ff15-4c84-b95c-d36bf0797521" providerId="ADAL" clId="{49C4C059-D607-45EF-8F7C-1209EC16B388}" dt="2024-02-07T10:50:58.719" v="596" actId="478"/>
          <ac:spMkLst>
            <pc:docMk/>
            <pc:sldMk cId="4129997379" sldId="267"/>
            <ac:spMk id="7" creationId="{B99D94BC-F3ED-E597-73CB-43B6F109B78C}"/>
          </ac:spMkLst>
        </pc:spChg>
        <pc:spChg chg="mod">
          <ac:chgData name="Peter Köppel" userId="a1c82a6b-ff15-4c84-b95c-d36bf0797521" providerId="ADAL" clId="{49C4C059-D607-45EF-8F7C-1209EC16B388}" dt="2024-02-07T10:49:51.659" v="591" actId="20577"/>
          <ac:spMkLst>
            <pc:docMk/>
            <pc:sldMk cId="4129997379" sldId="267"/>
            <ac:spMk id="8" creationId="{23BBB48B-9F34-7701-0A4F-DCEE91F2BB2C}"/>
          </ac:spMkLst>
        </pc:spChg>
        <pc:spChg chg="del">
          <ac:chgData name="Peter Köppel" userId="a1c82a6b-ff15-4c84-b95c-d36bf0797521" providerId="ADAL" clId="{49C4C059-D607-45EF-8F7C-1209EC16B388}" dt="2024-02-07T10:51:03.337" v="599" actId="478"/>
          <ac:spMkLst>
            <pc:docMk/>
            <pc:sldMk cId="4129997379" sldId="267"/>
            <ac:spMk id="9" creationId="{B7C15544-03FF-47DC-3DD3-6534480726E6}"/>
          </ac:spMkLst>
        </pc:spChg>
        <pc:spChg chg="del">
          <ac:chgData name="Peter Köppel" userId="a1c82a6b-ff15-4c84-b95c-d36bf0797521" providerId="ADAL" clId="{49C4C059-D607-45EF-8F7C-1209EC16B388}" dt="2024-02-07T10:51:04.702" v="600" actId="478"/>
          <ac:spMkLst>
            <pc:docMk/>
            <pc:sldMk cId="4129997379" sldId="267"/>
            <ac:spMk id="10" creationId="{69D4F3BA-D9CD-ECBC-74AB-0D63EA341EA8}"/>
          </ac:spMkLst>
        </pc:spChg>
        <pc:picChg chg="del">
          <ac:chgData name="Peter Köppel" userId="a1c82a6b-ff15-4c84-b95c-d36bf0797521" providerId="ADAL" clId="{49C4C059-D607-45EF-8F7C-1209EC16B388}" dt="2024-02-07T10:49:24.369" v="588" actId="478"/>
          <ac:picMkLst>
            <pc:docMk/>
            <pc:sldMk cId="4129997379" sldId="267"/>
            <ac:picMk id="11" creationId="{14A32B88-C886-5521-2D77-7156EC511002}"/>
          </ac:picMkLst>
        </pc:picChg>
        <pc:picChg chg="add del mod">
          <ac:chgData name="Peter Köppel" userId="a1c82a6b-ff15-4c84-b95c-d36bf0797521" providerId="ADAL" clId="{49C4C059-D607-45EF-8F7C-1209EC16B388}" dt="2024-02-07T10:52:57.044" v="604" actId="478"/>
          <ac:picMkLst>
            <pc:docMk/>
            <pc:sldMk cId="4129997379" sldId="267"/>
            <ac:picMk id="14" creationId="{16D455E2-E1E3-DA43-5197-8FAC899FBB35}"/>
          </ac:picMkLst>
        </pc:picChg>
        <pc:picChg chg="add mod">
          <ac:chgData name="Peter Köppel" userId="a1c82a6b-ff15-4c84-b95c-d36bf0797521" providerId="ADAL" clId="{49C4C059-D607-45EF-8F7C-1209EC16B388}" dt="2024-02-07T10:53:09.474" v="608" actId="1076"/>
          <ac:picMkLst>
            <pc:docMk/>
            <pc:sldMk cId="4129997379" sldId="267"/>
            <ac:picMk id="16" creationId="{BF98A800-D90E-D789-BEC4-EFC15E0F1446}"/>
          </ac:picMkLst>
        </pc:picChg>
      </pc:sldChg>
      <pc:sldChg chg="addSp delSp modSp add del mod">
        <pc:chgData name="Peter Köppel" userId="a1c82a6b-ff15-4c84-b95c-d36bf0797521" providerId="ADAL" clId="{49C4C059-D607-45EF-8F7C-1209EC16B388}" dt="2024-02-07T10:56:06.677" v="622" actId="2696"/>
        <pc:sldMkLst>
          <pc:docMk/>
          <pc:sldMk cId="153370533" sldId="268"/>
        </pc:sldMkLst>
        <pc:picChg chg="add mod">
          <ac:chgData name="Peter Köppel" userId="a1c82a6b-ff15-4c84-b95c-d36bf0797521" providerId="ADAL" clId="{49C4C059-D607-45EF-8F7C-1209EC16B388}" dt="2024-02-07T10:54:53.205" v="620" actId="1076"/>
          <ac:picMkLst>
            <pc:docMk/>
            <pc:sldMk cId="153370533" sldId="268"/>
            <ac:picMk id="3" creationId="{CF207E08-0D72-DFBF-B021-49EA08F4166F}"/>
          </ac:picMkLst>
        </pc:picChg>
        <pc:picChg chg="del">
          <ac:chgData name="Peter Köppel" userId="a1c82a6b-ff15-4c84-b95c-d36bf0797521" providerId="ADAL" clId="{49C4C059-D607-45EF-8F7C-1209EC16B388}" dt="2024-02-07T10:53:22.764" v="610" actId="478"/>
          <ac:picMkLst>
            <pc:docMk/>
            <pc:sldMk cId="153370533" sldId="268"/>
            <ac:picMk id="16" creationId="{8236E797-5A73-8E7E-F918-64730052EFFA}"/>
          </ac:picMkLst>
        </pc:picChg>
      </pc:sldChg>
      <pc:sldChg chg="addSp delSp modSp add mod delAnim modAnim">
        <pc:chgData name="Peter Köppel" userId="a1c82a6b-ff15-4c84-b95c-d36bf0797521" providerId="ADAL" clId="{49C4C059-D607-45EF-8F7C-1209EC16B388}" dt="2024-02-08T13:30:52.968" v="8289" actId="1076"/>
        <pc:sldMkLst>
          <pc:docMk/>
          <pc:sldMk cId="309732617" sldId="268"/>
        </pc:sldMkLst>
        <pc:spChg chg="del">
          <ac:chgData name="Peter Köppel" userId="a1c82a6b-ff15-4c84-b95c-d36bf0797521" providerId="ADAL" clId="{49C4C059-D607-45EF-8F7C-1209EC16B388}" dt="2024-02-08T12:44:16.070" v="8206" actId="478"/>
          <ac:spMkLst>
            <pc:docMk/>
            <pc:sldMk cId="309732617" sldId="268"/>
            <ac:spMk id="2" creationId="{F17C9F79-5E10-BD49-7AF1-31BDD63CAA7A}"/>
          </ac:spMkLst>
        </pc:spChg>
        <pc:spChg chg="del">
          <ac:chgData name="Peter Köppel" userId="a1c82a6b-ff15-4c84-b95c-d36bf0797521" providerId="ADAL" clId="{49C4C059-D607-45EF-8F7C-1209EC16B388}" dt="2024-02-08T12:18:49.594" v="8014" actId="478"/>
          <ac:spMkLst>
            <pc:docMk/>
            <pc:sldMk cId="309732617" sldId="268"/>
            <ac:spMk id="3" creationId="{25331C41-8AE3-BAE5-22EC-15E6FCDB5AC8}"/>
          </ac:spMkLst>
        </pc:spChg>
        <pc:spChg chg="mod">
          <ac:chgData name="Peter Köppel" userId="a1c82a6b-ff15-4c84-b95c-d36bf0797521" providerId="ADAL" clId="{49C4C059-D607-45EF-8F7C-1209EC16B388}" dt="2024-02-08T09:21:03.651" v="7114" actId="207"/>
          <ac:spMkLst>
            <pc:docMk/>
            <pc:sldMk cId="309732617" sldId="268"/>
            <ac:spMk id="4" creationId="{6DC7DC21-AE5E-144E-67EA-C602F7610A64}"/>
          </ac:spMkLst>
        </pc:spChg>
        <pc:spChg chg="del">
          <ac:chgData name="Peter Köppel" userId="a1c82a6b-ff15-4c84-b95c-d36bf0797521" providerId="ADAL" clId="{49C4C059-D607-45EF-8F7C-1209EC16B388}" dt="2024-02-08T11:56:12.451" v="7552" actId="478"/>
          <ac:spMkLst>
            <pc:docMk/>
            <pc:sldMk cId="309732617" sldId="268"/>
            <ac:spMk id="5" creationId="{24F28AA3-58B6-B526-07B3-4144E59D5801}"/>
          </ac:spMkLst>
        </pc:spChg>
        <pc:spChg chg="del">
          <ac:chgData name="Peter Köppel" userId="a1c82a6b-ff15-4c84-b95c-d36bf0797521" providerId="ADAL" clId="{49C4C059-D607-45EF-8F7C-1209EC16B388}" dt="2024-02-08T11:56:08.100" v="7551" actId="478"/>
          <ac:spMkLst>
            <pc:docMk/>
            <pc:sldMk cId="309732617" sldId="268"/>
            <ac:spMk id="7" creationId="{06064F78-DC47-0970-7ADC-AF7D68179703}"/>
          </ac:spMkLst>
        </pc:spChg>
        <pc:spChg chg="del">
          <ac:chgData name="Peter Köppel" userId="a1c82a6b-ff15-4c84-b95c-d36bf0797521" providerId="ADAL" clId="{49C4C059-D607-45EF-8F7C-1209EC16B388}" dt="2024-02-08T10:03:12.268" v="7300" actId="478"/>
          <ac:spMkLst>
            <pc:docMk/>
            <pc:sldMk cId="309732617" sldId="268"/>
            <ac:spMk id="8" creationId="{C8A9D8E5-7FB8-AF4A-C1EC-8DBF3E18E66A}"/>
          </ac:spMkLst>
        </pc:spChg>
        <pc:spChg chg="del">
          <ac:chgData name="Peter Köppel" userId="a1c82a6b-ff15-4c84-b95c-d36bf0797521" providerId="ADAL" clId="{49C4C059-D607-45EF-8F7C-1209EC16B388}" dt="2024-02-08T10:30:55.579" v="7550" actId="478"/>
          <ac:spMkLst>
            <pc:docMk/>
            <pc:sldMk cId="309732617" sldId="268"/>
            <ac:spMk id="9" creationId="{0197185B-43F8-D85B-5CD7-77835D8E32E3}"/>
          </ac:spMkLst>
        </pc:spChg>
        <pc:spChg chg="del">
          <ac:chgData name="Peter Köppel" userId="a1c82a6b-ff15-4c84-b95c-d36bf0797521" providerId="ADAL" clId="{49C4C059-D607-45EF-8F7C-1209EC16B388}" dt="2024-02-08T12:44:19.616" v="8207" actId="478"/>
          <ac:spMkLst>
            <pc:docMk/>
            <pc:sldMk cId="309732617" sldId="268"/>
            <ac:spMk id="10" creationId="{20173A31-252E-EA0B-D550-D50277F04BC1}"/>
          </ac:spMkLst>
        </pc:spChg>
        <pc:spChg chg="add del mod">
          <ac:chgData name="Peter Köppel" userId="a1c82a6b-ff15-4c84-b95c-d36bf0797521" providerId="ADAL" clId="{49C4C059-D607-45EF-8F7C-1209EC16B388}" dt="2024-02-08T10:03:18.735" v="7301" actId="478"/>
          <ac:spMkLst>
            <pc:docMk/>
            <pc:sldMk cId="309732617" sldId="268"/>
            <ac:spMk id="12" creationId="{A29866CC-DF66-007E-CEE3-1EC8F7A95894}"/>
          </ac:spMkLst>
        </pc:spChg>
        <pc:picChg chg="mod">
          <ac:chgData name="Peter Köppel" userId="a1c82a6b-ff15-4c84-b95c-d36bf0797521" providerId="ADAL" clId="{49C4C059-D607-45EF-8F7C-1209EC16B388}" dt="2024-02-08T13:30:52.968" v="8289" actId="1076"/>
          <ac:picMkLst>
            <pc:docMk/>
            <pc:sldMk cId="309732617" sldId="268"/>
            <ac:picMk id="11" creationId="{137E7B90-77EE-672F-A8F2-DE3CED864EC7}"/>
          </ac:picMkLst>
        </pc:picChg>
      </pc:sldChg>
      <pc:sldChg chg="addSp delSp modSp add del mod">
        <pc:chgData name="Peter Köppel" userId="a1c82a6b-ff15-4c84-b95c-d36bf0797521" providerId="ADAL" clId="{49C4C059-D607-45EF-8F7C-1209EC16B388}" dt="2024-02-07T10:56:08.747" v="623" actId="2696"/>
        <pc:sldMkLst>
          <pc:docMk/>
          <pc:sldMk cId="15267507" sldId="269"/>
        </pc:sldMkLst>
        <pc:picChg chg="del">
          <ac:chgData name="Peter Köppel" userId="a1c82a6b-ff15-4c84-b95c-d36bf0797521" providerId="ADAL" clId="{49C4C059-D607-45EF-8F7C-1209EC16B388}" dt="2024-02-07T10:54:07.799" v="613" actId="478"/>
          <ac:picMkLst>
            <pc:docMk/>
            <pc:sldMk cId="15267507" sldId="269"/>
            <ac:picMk id="3" creationId="{9B42EEC6-D5CB-8FDF-AD60-71A8CD335059}"/>
          </ac:picMkLst>
        </pc:picChg>
        <pc:picChg chg="add mod">
          <ac:chgData name="Peter Köppel" userId="a1c82a6b-ff15-4c84-b95c-d36bf0797521" providerId="ADAL" clId="{49C4C059-D607-45EF-8F7C-1209EC16B388}" dt="2024-02-07T10:54:35.219" v="617" actId="1076"/>
          <ac:picMkLst>
            <pc:docMk/>
            <pc:sldMk cId="15267507" sldId="269"/>
            <ac:picMk id="5" creationId="{D8663FDD-5DCE-C13F-79A1-0B416A22BD16}"/>
          </ac:picMkLst>
        </pc:picChg>
      </pc:sldChg>
      <pc:sldChg chg="addSp delSp modSp add mod delAnim modAnim">
        <pc:chgData name="Peter Köppel" userId="a1c82a6b-ff15-4c84-b95c-d36bf0797521" providerId="ADAL" clId="{49C4C059-D607-45EF-8F7C-1209EC16B388}" dt="2024-02-08T12:38:19.217" v="8112" actId="108"/>
        <pc:sldMkLst>
          <pc:docMk/>
          <pc:sldMk cId="3978765542" sldId="269"/>
        </pc:sldMkLst>
        <pc:spChg chg="add mod">
          <ac:chgData name="Peter Köppel" userId="a1c82a6b-ff15-4c84-b95c-d36bf0797521" providerId="ADAL" clId="{49C4C059-D607-45EF-8F7C-1209EC16B388}" dt="2024-02-08T10:30:04.553" v="7549" actId="6549"/>
          <ac:spMkLst>
            <pc:docMk/>
            <pc:sldMk cId="3978765542" sldId="269"/>
            <ac:spMk id="2" creationId="{A5F68F81-A81F-1F7A-C642-0776A23BB99E}"/>
          </ac:spMkLst>
        </pc:spChg>
        <pc:spChg chg="del mod">
          <ac:chgData name="Peter Köppel" userId="a1c82a6b-ff15-4c84-b95c-d36bf0797521" providerId="ADAL" clId="{49C4C059-D607-45EF-8F7C-1209EC16B388}" dt="2024-02-08T10:29:49.217" v="7502" actId="478"/>
          <ac:spMkLst>
            <pc:docMk/>
            <pc:sldMk cId="3978765542" sldId="269"/>
            <ac:spMk id="16" creationId="{9E9D8DA2-4295-6F2F-2315-8B75F28C7A93}"/>
          </ac:spMkLst>
        </pc:spChg>
        <pc:picChg chg="mod">
          <ac:chgData name="Peter Köppel" userId="a1c82a6b-ff15-4c84-b95c-d36bf0797521" providerId="ADAL" clId="{49C4C059-D607-45EF-8F7C-1209EC16B388}" dt="2024-02-08T12:38:19.217" v="8112" actId="108"/>
          <ac:picMkLst>
            <pc:docMk/>
            <pc:sldMk cId="3978765542" sldId="269"/>
            <ac:picMk id="15" creationId="{8DB7BA07-4580-3945-2A66-7CAB2ED8551E}"/>
          </ac:picMkLst>
        </pc:picChg>
      </pc:sldChg>
      <pc:sldChg chg="addSp delSp modSp add mod ord delAnim modAnim">
        <pc:chgData name="Peter Köppel" userId="a1c82a6b-ff15-4c84-b95c-d36bf0797521" providerId="ADAL" clId="{49C4C059-D607-45EF-8F7C-1209EC16B388}" dt="2024-02-08T12:38:29.286" v="8114" actId="108"/>
        <pc:sldMkLst>
          <pc:docMk/>
          <pc:sldMk cId="1724965529" sldId="270"/>
        </pc:sldMkLst>
        <pc:spChg chg="del mod">
          <ac:chgData name="Peter Köppel" userId="a1c82a6b-ff15-4c84-b95c-d36bf0797521" providerId="ADAL" clId="{49C4C059-D607-45EF-8F7C-1209EC16B388}" dt="2024-02-08T10:26:57.734" v="7360" actId="478"/>
          <ac:spMkLst>
            <pc:docMk/>
            <pc:sldMk cId="1724965529" sldId="270"/>
            <ac:spMk id="4" creationId="{3F1F04C3-16E9-3695-CAA0-7377BB4920D1}"/>
          </ac:spMkLst>
        </pc:spChg>
        <pc:spChg chg="add mod">
          <ac:chgData name="Peter Köppel" userId="a1c82a6b-ff15-4c84-b95c-d36bf0797521" providerId="ADAL" clId="{49C4C059-D607-45EF-8F7C-1209EC16B388}" dt="2024-02-08T10:27:00.113" v="7361"/>
          <ac:spMkLst>
            <pc:docMk/>
            <pc:sldMk cId="1724965529" sldId="270"/>
            <ac:spMk id="8" creationId="{29086A6B-AD13-59EE-F60D-F6E2F9481435}"/>
          </ac:spMkLst>
        </pc:spChg>
        <pc:spChg chg="add mod">
          <ac:chgData name="Peter Köppel" userId="a1c82a6b-ff15-4c84-b95c-d36bf0797521" providerId="ADAL" clId="{49C4C059-D607-45EF-8F7C-1209EC16B388}" dt="2024-02-08T10:27:07.968" v="7363"/>
          <ac:spMkLst>
            <pc:docMk/>
            <pc:sldMk cId="1724965529" sldId="270"/>
            <ac:spMk id="9" creationId="{F3D77B06-CC1B-4C57-F7F9-5D9079C85EA2}"/>
          </ac:spMkLst>
        </pc:spChg>
        <pc:spChg chg="add mod">
          <ac:chgData name="Peter Köppel" userId="a1c82a6b-ff15-4c84-b95c-d36bf0797521" providerId="ADAL" clId="{49C4C059-D607-45EF-8F7C-1209EC16B388}" dt="2024-02-08T12:18:21.075" v="8013" actId="255"/>
          <ac:spMkLst>
            <pc:docMk/>
            <pc:sldMk cId="1724965529" sldId="270"/>
            <ac:spMk id="10" creationId="{98E082D9-562D-7437-8D6A-92237A996358}"/>
          </ac:spMkLst>
        </pc:spChg>
        <pc:spChg chg="del mod">
          <ac:chgData name="Peter Köppel" userId="a1c82a6b-ff15-4c84-b95c-d36bf0797521" providerId="ADAL" clId="{49C4C059-D607-45EF-8F7C-1209EC16B388}" dt="2024-02-08T10:27:47.002" v="7366" actId="478"/>
          <ac:spMkLst>
            <pc:docMk/>
            <pc:sldMk cId="1724965529" sldId="270"/>
            <ac:spMk id="16" creationId="{52B9CFC1-848D-CF6D-FEE5-59986181F304}"/>
          </ac:spMkLst>
        </pc:spChg>
        <pc:picChg chg="add mod">
          <ac:chgData name="Peter Köppel" userId="a1c82a6b-ff15-4c84-b95c-d36bf0797521" providerId="ADAL" clId="{49C4C059-D607-45EF-8F7C-1209EC16B388}" dt="2024-02-08T12:38:24.104" v="8113" actId="108"/>
          <ac:picMkLst>
            <pc:docMk/>
            <pc:sldMk cId="1724965529" sldId="270"/>
            <ac:picMk id="3" creationId="{E6B81D85-0CCD-4D04-38A8-64E8B85AFC70}"/>
          </ac:picMkLst>
        </pc:picChg>
        <pc:picChg chg="add mod">
          <ac:chgData name="Peter Köppel" userId="a1c82a6b-ff15-4c84-b95c-d36bf0797521" providerId="ADAL" clId="{49C4C059-D607-45EF-8F7C-1209EC16B388}" dt="2024-02-08T12:38:29.286" v="8114" actId="108"/>
          <ac:picMkLst>
            <pc:docMk/>
            <pc:sldMk cId="1724965529" sldId="270"/>
            <ac:picMk id="7" creationId="{DBCB75C9-890C-BDF8-730E-A23426DE9EA2}"/>
          </ac:picMkLst>
        </pc:picChg>
        <pc:picChg chg="del">
          <ac:chgData name="Peter Köppel" userId="a1c82a6b-ff15-4c84-b95c-d36bf0797521" providerId="ADAL" clId="{49C4C059-D607-45EF-8F7C-1209EC16B388}" dt="2024-02-08T10:23:59.094" v="7302" actId="478"/>
          <ac:picMkLst>
            <pc:docMk/>
            <pc:sldMk cId="1724965529" sldId="270"/>
            <ac:picMk id="15" creationId="{723F2429-8CC4-EA06-DC14-A9B52945D83C}"/>
          </ac:picMkLst>
        </pc:picChg>
      </pc:sldChg>
      <pc:sldChg chg="addSp delSp modSp add mod ord setBg modAnim">
        <pc:chgData name="Peter Köppel" userId="a1c82a6b-ff15-4c84-b95c-d36bf0797521" providerId="ADAL" clId="{49C4C059-D607-45EF-8F7C-1209EC16B388}" dt="2024-02-08T12:43:56.326" v="8205"/>
        <pc:sldMkLst>
          <pc:docMk/>
          <pc:sldMk cId="1275137009" sldId="271"/>
        </pc:sldMkLst>
        <pc:spChg chg="mod">
          <ac:chgData name="Peter Köppel" userId="a1c82a6b-ff15-4c84-b95c-d36bf0797521" providerId="ADAL" clId="{49C4C059-D607-45EF-8F7C-1209EC16B388}" dt="2024-02-08T12:35:46.246" v="8085" actId="20577"/>
          <ac:spMkLst>
            <pc:docMk/>
            <pc:sldMk cId="1275137009" sldId="271"/>
            <ac:spMk id="2" creationId="{FA28E62D-2302-1B01-2E76-F1336515C593}"/>
          </ac:spMkLst>
        </pc:spChg>
        <pc:spChg chg="add mod">
          <ac:chgData name="Peter Köppel" userId="a1c82a6b-ff15-4c84-b95c-d36bf0797521" providerId="ADAL" clId="{49C4C059-D607-45EF-8F7C-1209EC16B388}" dt="2024-02-08T12:42:00.153" v="8183" actId="20577"/>
          <ac:spMkLst>
            <pc:docMk/>
            <pc:sldMk cId="1275137009" sldId="271"/>
            <ac:spMk id="7" creationId="{66D48B96-62FF-DCDD-92F6-1C73D0F37ECE}"/>
          </ac:spMkLst>
        </pc:spChg>
        <pc:picChg chg="add mod">
          <ac:chgData name="Peter Köppel" userId="a1c82a6b-ff15-4c84-b95c-d36bf0797521" providerId="ADAL" clId="{49C4C059-D607-45EF-8F7C-1209EC16B388}" dt="2024-02-08T12:38:35.608" v="8115" actId="108"/>
          <ac:picMkLst>
            <pc:docMk/>
            <pc:sldMk cId="1275137009" sldId="271"/>
            <ac:picMk id="5" creationId="{1465AFDB-0100-5F0A-883D-86D9EE7BA307}"/>
          </ac:picMkLst>
        </pc:picChg>
        <pc:picChg chg="del">
          <ac:chgData name="Peter Köppel" userId="a1c82a6b-ff15-4c84-b95c-d36bf0797521" providerId="ADAL" clId="{49C4C059-D607-45EF-8F7C-1209EC16B388}" dt="2024-02-08T12:19:01.211" v="8015" actId="478"/>
          <ac:picMkLst>
            <pc:docMk/>
            <pc:sldMk cId="1275137009" sldId="271"/>
            <ac:picMk id="15" creationId="{E142D6EF-261E-278C-383F-06087AA8C415}"/>
          </ac:picMkLst>
        </pc:picChg>
        <pc:cxnChg chg="add mod">
          <ac:chgData name="Peter Köppel" userId="a1c82a6b-ff15-4c84-b95c-d36bf0797521" providerId="ADAL" clId="{49C4C059-D607-45EF-8F7C-1209EC16B388}" dt="2024-02-08T12:42:51.050" v="8188" actId="1582"/>
          <ac:cxnSpMkLst>
            <pc:docMk/>
            <pc:sldMk cId="1275137009" sldId="271"/>
            <ac:cxnSpMk id="9" creationId="{30466D98-C2E0-5181-E1CA-AAFCE748F70B}"/>
          </ac:cxnSpMkLst>
        </pc:cxnChg>
        <pc:cxnChg chg="add mod">
          <ac:chgData name="Peter Köppel" userId="a1c82a6b-ff15-4c84-b95c-d36bf0797521" providerId="ADAL" clId="{49C4C059-D607-45EF-8F7C-1209EC16B388}" dt="2024-02-08T12:43:02.155" v="8191" actId="14100"/>
          <ac:cxnSpMkLst>
            <pc:docMk/>
            <pc:sldMk cId="1275137009" sldId="271"/>
            <ac:cxnSpMk id="12" creationId="{097E015E-18F4-FD9F-C07A-F2D3C4089DC5}"/>
          </ac:cxnSpMkLst>
        </pc:cxnChg>
        <pc:cxnChg chg="add mod">
          <ac:chgData name="Peter Köppel" userId="a1c82a6b-ff15-4c84-b95c-d36bf0797521" providerId="ADAL" clId="{49C4C059-D607-45EF-8F7C-1209EC16B388}" dt="2024-02-08T12:43:11.667" v="8194" actId="14100"/>
          <ac:cxnSpMkLst>
            <pc:docMk/>
            <pc:sldMk cId="1275137009" sldId="271"/>
            <ac:cxnSpMk id="17" creationId="{B22AF3D7-4ED6-C106-21B8-4A3EEE79A1A9}"/>
          </ac:cxnSpMkLst>
        </pc:cxnChg>
        <pc:cxnChg chg="add mod">
          <ac:chgData name="Peter Köppel" userId="a1c82a6b-ff15-4c84-b95c-d36bf0797521" providerId="ADAL" clId="{49C4C059-D607-45EF-8F7C-1209EC16B388}" dt="2024-02-08T12:43:20.096" v="8197" actId="14100"/>
          <ac:cxnSpMkLst>
            <pc:docMk/>
            <pc:sldMk cId="1275137009" sldId="271"/>
            <ac:cxnSpMk id="20" creationId="{623BEAE6-DD06-51E4-76D7-233A053A8D14}"/>
          </ac:cxnSpMkLst>
        </pc:cxnChg>
      </pc:sldChg>
      <pc:sldChg chg="addSp modSp add mod setBg">
        <pc:chgData name="Peter Köppel" userId="a1c82a6b-ff15-4c84-b95c-d36bf0797521" providerId="ADAL" clId="{49C4C059-D607-45EF-8F7C-1209EC16B388}" dt="2024-02-08T12:38:55.270" v="8118" actId="108"/>
        <pc:sldMkLst>
          <pc:docMk/>
          <pc:sldMk cId="442127532" sldId="272"/>
        </pc:sldMkLst>
        <pc:spChg chg="mod">
          <ac:chgData name="Peter Köppel" userId="a1c82a6b-ff15-4c84-b95c-d36bf0797521" providerId="ADAL" clId="{49C4C059-D607-45EF-8F7C-1209EC16B388}" dt="2024-02-08T12:35:53.963" v="8089" actId="20577"/>
          <ac:spMkLst>
            <pc:docMk/>
            <pc:sldMk cId="442127532" sldId="272"/>
            <ac:spMk id="2" creationId="{E58BD754-BD56-3E1A-03B4-DEE8BC89D0C7}"/>
          </ac:spMkLst>
        </pc:spChg>
        <pc:picChg chg="add mod">
          <ac:chgData name="Peter Köppel" userId="a1c82a6b-ff15-4c84-b95c-d36bf0797521" providerId="ADAL" clId="{49C4C059-D607-45EF-8F7C-1209EC16B388}" dt="2024-02-08T12:38:55.270" v="8118" actId="108"/>
          <ac:picMkLst>
            <pc:docMk/>
            <pc:sldMk cId="442127532" sldId="272"/>
            <ac:picMk id="5" creationId="{C7E282CF-920F-98F6-1B90-8C73912B60E5}"/>
          </ac:picMkLst>
        </pc:picChg>
      </pc:sldChg>
    </pc:docChg>
  </pc:docChgLst>
  <pc:docChgLst>
    <pc:chgData name="Peter Köppel" userId="a1c82a6b-ff15-4c84-b95c-d36bf0797521" providerId="ADAL" clId="{F0EAC408-9F66-434D-BD8C-9ED140B6834E}"/>
    <pc:docChg chg="custSel addSld modSld">
      <pc:chgData name="Peter Köppel" userId="a1c82a6b-ff15-4c84-b95c-d36bf0797521" providerId="ADAL" clId="{F0EAC408-9F66-434D-BD8C-9ED140B6834E}" dt="2024-03-14T09:05:52.730" v="705" actId="20577"/>
      <pc:docMkLst>
        <pc:docMk/>
      </pc:docMkLst>
      <pc:sldChg chg="addSp delSp modSp mod delAnim modAnim">
        <pc:chgData name="Peter Köppel" userId="a1c82a6b-ff15-4c84-b95c-d36bf0797521" providerId="ADAL" clId="{F0EAC408-9F66-434D-BD8C-9ED140B6834E}" dt="2024-03-14T09:05:52.730" v="705" actId="20577"/>
        <pc:sldMkLst>
          <pc:docMk/>
          <pc:sldMk cId="3084736329" sldId="256"/>
        </pc:sldMkLst>
        <pc:spChg chg="mod">
          <ac:chgData name="Peter Köppel" userId="a1c82a6b-ff15-4c84-b95c-d36bf0797521" providerId="ADAL" clId="{F0EAC408-9F66-434D-BD8C-9ED140B6834E}" dt="2024-03-14T09:05:48.915" v="703" actId="6549"/>
          <ac:spMkLst>
            <pc:docMk/>
            <pc:sldMk cId="3084736329" sldId="256"/>
            <ac:spMk id="3" creationId="{E780744F-EF51-FDCC-7FE2-65B227663E68}"/>
          </ac:spMkLst>
        </pc:spChg>
        <pc:spChg chg="add mod">
          <ac:chgData name="Peter Köppel" userId="a1c82a6b-ff15-4c84-b95c-d36bf0797521" providerId="ADAL" clId="{F0EAC408-9F66-434D-BD8C-9ED140B6834E}" dt="2024-03-14T09:03:31.644" v="694" actId="6549"/>
          <ac:spMkLst>
            <pc:docMk/>
            <pc:sldMk cId="3084736329" sldId="256"/>
            <ac:spMk id="5" creationId="{CD0705C8-3AB1-0FAA-54CF-EB2063C92370}"/>
          </ac:spMkLst>
        </pc:spChg>
        <pc:spChg chg="mod">
          <ac:chgData name="Peter Köppel" userId="a1c82a6b-ff15-4c84-b95c-d36bf0797521" providerId="ADAL" clId="{F0EAC408-9F66-434D-BD8C-9ED140B6834E}" dt="2024-03-14T09:05:52.730" v="705" actId="20577"/>
          <ac:spMkLst>
            <pc:docMk/>
            <pc:sldMk cId="3084736329" sldId="256"/>
            <ac:spMk id="7" creationId="{F7963A58-14A6-E9ED-9248-C28CD66E9A8C}"/>
          </ac:spMkLst>
        </pc:spChg>
        <pc:spChg chg="del">
          <ac:chgData name="Peter Köppel" userId="a1c82a6b-ff15-4c84-b95c-d36bf0797521" providerId="ADAL" clId="{F0EAC408-9F66-434D-BD8C-9ED140B6834E}" dt="2024-03-14T09:02:45.154" v="657" actId="478"/>
          <ac:spMkLst>
            <pc:docMk/>
            <pc:sldMk cId="3084736329" sldId="256"/>
            <ac:spMk id="9" creationId="{9EEC24D4-508A-AE4F-B9A8-AAE1F25C94B3}"/>
          </ac:spMkLst>
        </pc:spChg>
      </pc:sldChg>
      <pc:sldChg chg="modSp mod">
        <pc:chgData name="Peter Köppel" userId="a1c82a6b-ff15-4c84-b95c-d36bf0797521" providerId="ADAL" clId="{F0EAC408-9F66-434D-BD8C-9ED140B6834E}" dt="2024-03-14T09:03:49.105" v="696" actId="207"/>
        <pc:sldMkLst>
          <pc:docMk/>
          <pc:sldMk cId="154691429" sldId="260"/>
        </pc:sldMkLst>
        <pc:spChg chg="mod">
          <ac:chgData name="Peter Köppel" userId="a1c82a6b-ff15-4c84-b95c-d36bf0797521" providerId="ADAL" clId="{F0EAC408-9F66-434D-BD8C-9ED140B6834E}" dt="2024-03-14T09:03:49.105" v="696" actId="207"/>
          <ac:spMkLst>
            <pc:docMk/>
            <pc:sldMk cId="154691429" sldId="260"/>
            <ac:spMk id="4" creationId="{8BF288FE-0717-11FD-A19C-99F8F9F78AEE}"/>
          </ac:spMkLst>
        </pc:spChg>
      </pc:sldChg>
      <pc:sldChg chg="modSp mod">
        <pc:chgData name="Peter Köppel" userId="a1c82a6b-ff15-4c84-b95c-d36bf0797521" providerId="ADAL" clId="{F0EAC408-9F66-434D-BD8C-9ED140B6834E}" dt="2024-03-14T09:01:54.885" v="634" actId="20577"/>
        <pc:sldMkLst>
          <pc:docMk/>
          <pc:sldMk cId="1275137009" sldId="271"/>
        </pc:sldMkLst>
        <pc:spChg chg="mod">
          <ac:chgData name="Peter Köppel" userId="a1c82a6b-ff15-4c84-b95c-d36bf0797521" providerId="ADAL" clId="{F0EAC408-9F66-434D-BD8C-9ED140B6834E}" dt="2024-03-14T09:01:54.885" v="634" actId="20577"/>
          <ac:spMkLst>
            <pc:docMk/>
            <pc:sldMk cId="1275137009" sldId="271"/>
            <ac:spMk id="8" creationId="{9196F732-2095-E4F0-CEFE-5386FF032765}"/>
          </ac:spMkLst>
        </pc:spChg>
      </pc:sldChg>
      <pc:sldChg chg="modSp mod">
        <pc:chgData name="Peter Köppel" userId="a1c82a6b-ff15-4c84-b95c-d36bf0797521" providerId="ADAL" clId="{F0EAC408-9F66-434D-BD8C-9ED140B6834E}" dt="2024-03-14T08:43:19.494" v="1" actId="20577"/>
        <pc:sldMkLst>
          <pc:docMk/>
          <pc:sldMk cId="3814187422" sldId="273"/>
        </pc:sldMkLst>
        <pc:spChg chg="mod">
          <ac:chgData name="Peter Köppel" userId="a1c82a6b-ff15-4c84-b95c-d36bf0797521" providerId="ADAL" clId="{F0EAC408-9F66-434D-BD8C-9ED140B6834E}" dt="2024-03-14T08:43:19.494" v="1" actId="20577"/>
          <ac:spMkLst>
            <pc:docMk/>
            <pc:sldMk cId="3814187422" sldId="273"/>
            <ac:spMk id="4" creationId="{18CF8B37-06BE-0DB8-CFE7-79BC03F711F5}"/>
          </ac:spMkLst>
        </pc:spChg>
      </pc:sldChg>
      <pc:sldChg chg="modSp mod">
        <pc:chgData name="Peter Köppel" userId="a1c82a6b-ff15-4c84-b95c-d36bf0797521" providerId="ADAL" clId="{F0EAC408-9F66-434D-BD8C-9ED140B6834E}" dt="2024-03-14T09:02:54.565" v="659" actId="20577"/>
        <pc:sldMkLst>
          <pc:docMk/>
          <pc:sldMk cId="4293853107" sldId="274"/>
        </pc:sldMkLst>
        <pc:spChg chg="mod">
          <ac:chgData name="Peter Köppel" userId="a1c82a6b-ff15-4c84-b95c-d36bf0797521" providerId="ADAL" clId="{F0EAC408-9F66-434D-BD8C-9ED140B6834E}" dt="2024-03-14T09:02:54.565" v="659" actId="20577"/>
          <ac:spMkLst>
            <pc:docMk/>
            <pc:sldMk cId="4293853107" sldId="274"/>
            <ac:spMk id="8" creationId="{8917FBF4-BA66-7D99-1648-01F09971580E}"/>
          </ac:spMkLst>
        </pc:spChg>
      </pc:sldChg>
      <pc:sldChg chg="addSp delSp modSp add mod delAnim modAnim">
        <pc:chgData name="Peter Köppel" userId="a1c82a6b-ff15-4c84-b95c-d36bf0797521" providerId="ADAL" clId="{F0EAC408-9F66-434D-BD8C-9ED140B6834E}" dt="2024-03-14T09:05:01.913" v="699" actId="207"/>
        <pc:sldMkLst>
          <pc:docMk/>
          <pc:sldMk cId="2635066555" sldId="275"/>
        </pc:sldMkLst>
        <pc:spChg chg="del">
          <ac:chgData name="Peter Köppel" userId="a1c82a6b-ff15-4c84-b95c-d36bf0797521" providerId="ADAL" clId="{F0EAC408-9F66-434D-BD8C-9ED140B6834E}" dt="2024-03-14T08:44:09.400" v="61" actId="478"/>
          <ac:spMkLst>
            <pc:docMk/>
            <pc:sldMk cId="2635066555" sldId="275"/>
            <ac:spMk id="2" creationId="{E1D32BB8-EFF3-A783-BA62-C462D9024D8B}"/>
          </ac:spMkLst>
        </pc:spChg>
        <pc:spChg chg="mod">
          <ac:chgData name="Peter Köppel" userId="a1c82a6b-ff15-4c84-b95c-d36bf0797521" providerId="ADAL" clId="{F0EAC408-9F66-434D-BD8C-9ED140B6834E}" dt="2024-03-14T08:50:31.995" v="257" actId="6549"/>
          <ac:spMkLst>
            <pc:docMk/>
            <pc:sldMk cId="2635066555" sldId="275"/>
            <ac:spMk id="3" creationId="{C1181DFF-0712-5DCD-55CD-17D2251A9073}"/>
          </ac:spMkLst>
        </pc:spChg>
        <pc:spChg chg="mod">
          <ac:chgData name="Peter Köppel" userId="a1c82a6b-ff15-4c84-b95c-d36bf0797521" providerId="ADAL" clId="{F0EAC408-9F66-434D-BD8C-9ED140B6834E}" dt="2024-03-14T08:43:27.801" v="4" actId="20577"/>
          <ac:spMkLst>
            <pc:docMk/>
            <pc:sldMk cId="2635066555" sldId="275"/>
            <ac:spMk id="4" creationId="{18CF8B37-06BE-0DB8-CFE7-79BC03F711F5}"/>
          </ac:spMkLst>
        </pc:spChg>
        <pc:spChg chg="del">
          <ac:chgData name="Peter Köppel" userId="a1c82a6b-ff15-4c84-b95c-d36bf0797521" providerId="ADAL" clId="{F0EAC408-9F66-434D-BD8C-9ED140B6834E}" dt="2024-03-14T08:44:16.010" v="65" actId="478"/>
          <ac:spMkLst>
            <pc:docMk/>
            <pc:sldMk cId="2635066555" sldId="275"/>
            <ac:spMk id="5" creationId="{2E81329C-976B-4D2D-8803-0F36D8C11F79}"/>
          </ac:spMkLst>
        </pc:spChg>
        <pc:spChg chg="del mod">
          <ac:chgData name="Peter Köppel" userId="a1c82a6b-ff15-4c84-b95c-d36bf0797521" providerId="ADAL" clId="{F0EAC408-9F66-434D-BD8C-9ED140B6834E}" dt="2024-03-14T08:44:13.256" v="64" actId="478"/>
          <ac:spMkLst>
            <pc:docMk/>
            <pc:sldMk cId="2635066555" sldId="275"/>
            <ac:spMk id="7" creationId="{E512AAC2-DF47-FBE7-BD1C-691F415A9D8F}"/>
          </ac:spMkLst>
        </pc:spChg>
        <pc:spChg chg="add mod">
          <ac:chgData name="Peter Köppel" userId="a1c82a6b-ff15-4c84-b95c-d36bf0797521" providerId="ADAL" clId="{F0EAC408-9F66-434D-BD8C-9ED140B6834E}" dt="2024-03-14T09:00:09.976" v="579" actId="552"/>
          <ac:spMkLst>
            <pc:docMk/>
            <pc:sldMk cId="2635066555" sldId="275"/>
            <ac:spMk id="8" creationId="{2925C51B-F79B-6212-EDD3-F3CD42353975}"/>
          </ac:spMkLst>
        </pc:spChg>
        <pc:spChg chg="del mod">
          <ac:chgData name="Peter Köppel" userId="a1c82a6b-ff15-4c84-b95c-d36bf0797521" providerId="ADAL" clId="{F0EAC408-9F66-434D-BD8C-9ED140B6834E}" dt="2024-03-14T08:44:19.044" v="67" actId="478"/>
          <ac:spMkLst>
            <pc:docMk/>
            <pc:sldMk cId="2635066555" sldId="275"/>
            <ac:spMk id="9" creationId="{E63E5B01-1421-19EA-FDB3-6DF5E3EBA59F}"/>
          </ac:spMkLst>
        </pc:spChg>
        <pc:spChg chg="add mod">
          <ac:chgData name="Peter Köppel" userId="a1c82a6b-ff15-4c84-b95c-d36bf0797521" providerId="ADAL" clId="{F0EAC408-9F66-434D-BD8C-9ED140B6834E}" dt="2024-03-14T09:05:01.913" v="699" actId="207"/>
          <ac:spMkLst>
            <pc:docMk/>
            <pc:sldMk cId="2635066555" sldId="275"/>
            <ac:spMk id="10" creationId="{9C913DFD-0885-02BC-0BEA-273B7AE10BEF}"/>
          </ac:spMkLst>
        </pc:spChg>
        <pc:spChg chg="del">
          <ac:chgData name="Peter Köppel" userId="a1c82a6b-ff15-4c84-b95c-d36bf0797521" providerId="ADAL" clId="{F0EAC408-9F66-434D-BD8C-9ED140B6834E}" dt="2024-03-14T08:44:10.961" v="62" actId="478"/>
          <ac:spMkLst>
            <pc:docMk/>
            <pc:sldMk cId="2635066555" sldId="275"/>
            <ac:spMk id="11" creationId="{12DAEDEA-A536-CBF7-4F43-7BC02C61BBCC}"/>
          </ac:spMkLst>
        </pc:spChg>
        <pc:spChg chg="del">
          <ac:chgData name="Peter Köppel" userId="a1c82a6b-ff15-4c84-b95c-d36bf0797521" providerId="ADAL" clId="{F0EAC408-9F66-434D-BD8C-9ED140B6834E}" dt="2024-03-14T08:44:20.132" v="68" actId="478"/>
          <ac:spMkLst>
            <pc:docMk/>
            <pc:sldMk cId="2635066555" sldId="275"/>
            <ac:spMk id="12" creationId="{A2FC9DE0-937E-E5C7-ADC4-E096195E664A}"/>
          </ac:spMkLst>
        </pc:spChg>
        <pc:spChg chg="add mod">
          <ac:chgData name="Peter Köppel" userId="a1c82a6b-ff15-4c84-b95c-d36bf0797521" providerId="ADAL" clId="{F0EAC408-9F66-434D-BD8C-9ED140B6834E}" dt="2024-03-14T09:00:09.976" v="579" actId="552"/>
          <ac:spMkLst>
            <pc:docMk/>
            <pc:sldMk cId="2635066555" sldId="275"/>
            <ac:spMk id="13" creationId="{4C90A549-A1CB-16DB-7712-0B73613D124A}"/>
          </ac:spMkLst>
        </pc:spChg>
        <pc:spChg chg="del">
          <ac:chgData name="Peter Köppel" userId="a1c82a6b-ff15-4c84-b95c-d36bf0797521" providerId="ADAL" clId="{F0EAC408-9F66-434D-BD8C-9ED140B6834E}" dt="2024-03-14T08:44:24.283" v="70" actId="478"/>
          <ac:spMkLst>
            <pc:docMk/>
            <pc:sldMk cId="2635066555" sldId="275"/>
            <ac:spMk id="14" creationId="{7B6DEFD9-E153-6FCB-5F89-4A3FE70512EA}"/>
          </ac:spMkLst>
        </pc:spChg>
        <pc:spChg chg="del">
          <ac:chgData name="Peter Köppel" userId="a1c82a6b-ff15-4c84-b95c-d36bf0797521" providerId="ADAL" clId="{F0EAC408-9F66-434D-BD8C-9ED140B6834E}" dt="2024-03-14T08:44:26.581" v="71" actId="478"/>
          <ac:spMkLst>
            <pc:docMk/>
            <pc:sldMk cId="2635066555" sldId="275"/>
            <ac:spMk id="15" creationId="{37F7751D-DC28-6639-42DA-253E9FB947A8}"/>
          </ac:spMkLst>
        </pc:spChg>
        <pc:spChg chg="del">
          <ac:chgData name="Peter Köppel" userId="a1c82a6b-ff15-4c84-b95c-d36bf0797521" providerId="ADAL" clId="{F0EAC408-9F66-434D-BD8C-9ED140B6834E}" dt="2024-03-14T08:44:22.158" v="69" actId="478"/>
          <ac:spMkLst>
            <pc:docMk/>
            <pc:sldMk cId="2635066555" sldId="275"/>
            <ac:spMk id="16" creationId="{F0503B1A-E528-E0FA-5FA4-B38BBC40947D}"/>
          </ac:spMkLst>
        </pc:spChg>
        <pc:spChg chg="add del mod">
          <ac:chgData name="Peter Köppel" userId="a1c82a6b-ff15-4c84-b95c-d36bf0797521" providerId="ADAL" clId="{F0EAC408-9F66-434D-BD8C-9ED140B6834E}" dt="2024-03-14T08:53:32.028" v="426" actId="478"/>
          <ac:spMkLst>
            <pc:docMk/>
            <pc:sldMk cId="2635066555" sldId="275"/>
            <ac:spMk id="17" creationId="{A04EFC5A-428E-D06A-08E0-F7F06E350FBC}"/>
          </ac:spMkLst>
        </pc:spChg>
        <pc:spChg chg="add mod">
          <ac:chgData name="Peter Köppel" userId="a1c82a6b-ff15-4c84-b95c-d36bf0797521" providerId="ADAL" clId="{F0EAC408-9F66-434D-BD8C-9ED140B6834E}" dt="2024-03-14T09:00:03.985" v="578" actId="552"/>
          <ac:spMkLst>
            <pc:docMk/>
            <pc:sldMk cId="2635066555" sldId="275"/>
            <ac:spMk id="18" creationId="{24125469-C2E6-F602-DBA9-72E1F5F36D3A}"/>
          </ac:spMkLst>
        </pc:spChg>
        <pc:spChg chg="add mod">
          <ac:chgData name="Peter Köppel" userId="a1c82a6b-ff15-4c84-b95c-d36bf0797521" providerId="ADAL" clId="{F0EAC408-9F66-434D-BD8C-9ED140B6834E}" dt="2024-03-14T09:00:09.976" v="579" actId="552"/>
          <ac:spMkLst>
            <pc:docMk/>
            <pc:sldMk cId="2635066555" sldId="275"/>
            <ac:spMk id="19" creationId="{3682F2DD-68DC-6D60-D717-DDDCD2716245}"/>
          </ac:spMkLst>
        </pc:spChg>
        <pc:spChg chg="add mod">
          <ac:chgData name="Peter Köppel" userId="a1c82a6b-ff15-4c84-b95c-d36bf0797521" providerId="ADAL" clId="{F0EAC408-9F66-434D-BD8C-9ED140B6834E}" dt="2024-03-14T09:00:03.985" v="578" actId="552"/>
          <ac:spMkLst>
            <pc:docMk/>
            <pc:sldMk cId="2635066555" sldId="275"/>
            <ac:spMk id="20" creationId="{82442372-C052-C122-8BA5-27D0EA3248E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9DFF2C-5B32-486C-914F-535CD0659003}" type="datetimeFigureOut">
              <a:rPr lang="de-CH" smtClean="0"/>
              <a:t>30.09.2024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315CB0-4B66-4932-9178-CFFF5AA9FE8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75480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2.svg"/><Relationship Id="rId7" Type="http://schemas.openxmlformats.org/officeDocument/2006/relationships/image" Target="../media/image8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11" Type="http://schemas.openxmlformats.org/officeDocument/2006/relationships/image" Target="../media/image12.png"/><Relationship Id="rId5" Type="http://schemas.openxmlformats.org/officeDocument/2006/relationships/image" Target="../media/image60.png"/><Relationship Id="rId10" Type="http://schemas.openxmlformats.org/officeDocument/2006/relationships/image" Target="../media/image11.png"/><Relationship Id="rId4" Type="http://schemas.openxmlformats.org/officeDocument/2006/relationships/image" Target="../media/image50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sv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9.png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28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8635F091-B89C-1FCA-01FC-F74702C749D4}"/>
              </a:ext>
            </a:extLst>
          </p:cNvPr>
          <p:cNvSpPr txBox="1"/>
          <p:nvPr/>
        </p:nvSpPr>
        <p:spPr>
          <a:xfrm>
            <a:off x="402519" y="246317"/>
            <a:ext cx="89416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8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/ </a:t>
            </a:r>
            <a:r>
              <a:rPr lang="de-DE" sz="4800" dirty="0" err="1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Jupyternotebook</a:t>
            </a:r>
            <a:endParaRPr lang="de-DE" sz="4800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Grafik 5" descr="Abzeichen Tick1 mit einfarbiger Füllung">
            <a:extLst>
              <a:ext uri="{FF2B5EF4-FFF2-40B4-BE49-F238E27FC236}">
                <a16:creationId xmlns:a16="http://schemas.microsoft.com/office/drawing/2014/main" id="{6FB10887-843E-C272-B83E-62EDF8E2AC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89482" y="67012"/>
            <a:ext cx="358609" cy="358609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ABAC1661-7DB4-486B-BCA2-26453EBAD486}"/>
              </a:ext>
            </a:extLst>
          </p:cNvPr>
          <p:cNvSpPr txBox="1"/>
          <p:nvPr/>
        </p:nvSpPr>
        <p:spPr>
          <a:xfrm>
            <a:off x="978503" y="2554508"/>
            <a:ext cx="24368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– Aufbau</a:t>
            </a:r>
            <a:endParaRPr lang="de-CH" sz="4000" dirty="0">
              <a:solidFill>
                <a:srgbClr val="FFC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780744F-EF51-FDCC-7FE2-65B227663E68}"/>
              </a:ext>
            </a:extLst>
          </p:cNvPr>
          <p:cNvSpPr txBox="1"/>
          <p:nvPr/>
        </p:nvSpPr>
        <p:spPr>
          <a:xfrm>
            <a:off x="978503" y="3451323"/>
            <a:ext cx="46517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– Objekte erkennen</a:t>
            </a:r>
            <a:endParaRPr lang="de-CH" sz="4000" dirty="0">
              <a:solidFill>
                <a:srgbClr val="FFC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7963A58-14A6-E9ED-9248-C28CD66E9A8C}"/>
              </a:ext>
            </a:extLst>
          </p:cNvPr>
          <p:cNvSpPr txBox="1"/>
          <p:nvPr/>
        </p:nvSpPr>
        <p:spPr>
          <a:xfrm>
            <a:off x="978503" y="4348138"/>
            <a:ext cx="66620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– Fourier-Synthese / -Analyse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E7857FB-8C79-7E6C-D462-4D9E92E941B9}"/>
              </a:ext>
            </a:extLst>
          </p:cNvPr>
          <p:cNvSpPr txBox="1"/>
          <p:nvPr/>
        </p:nvSpPr>
        <p:spPr>
          <a:xfrm>
            <a:off x="10766610" y="6488668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Mathematik</a:t>
            </a:r>
          </a:p>
          <a:p>
            <a:r>
              <a:rPr lang="de-DE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Peter Köppel, 2024</a:t>
            </a:r>
            <a:endParaRPr lang="de-CH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D97D8F85-7F07-8D30-8C09-3963E47AB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8717" y="744428"/>
            <a:ext cx="3791145" cy="3778444"/>
          </a:xfrm>
          <a:prstGeom prst="ellipse">
            <a:avLst/>
          </a:prstGeom>
          <a:ln w="63500" cap="rnd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84736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63E31-1F75-CDA1-7DED-FCA98880B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214C025E-2A4A-1517-533E-BFFB087ECFBD}"/>
              </a:ext>
            </a:extLst>
          </p:cNvPr>
          <p:cNvSpPr txBox="1"/>
          <p:nvPr/>
        </p:nvSpPr>
        <p:spPr>
          <a:xfrm>
            <a:off x="402519" y="246317"/>
            <a:ext cx="89416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8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de-DE" sz="48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-Jupyternotebook </a:t>
            </a:r>
            <a:r>
              <a:rPr lang="de-DE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Aufbau</a:t>
            </a:r>
            <a:endParaRPr lang="de-CH" sz="20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Grafik 5" descr="Abzeichen Tick1 mit einfarbiger Füllung">
            <a:extLst>
              <a:ext uri="{FF2B5EF4-FFF2-40B4-BE49-F238E27FC236}">
                <a16:creationId xmlns:a16="http://schemas.microsoft.com/office/drawing/2014/main" id="{F0EA0166-98E4-D852-431B-30526D3502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89482" y="67012"/>
            <a:ext cx="358609" cy="358609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3F9A6FA9-C675-EC03-C3BE-DA6F7892F661}"/>
              </a:ext>
            </a:extLst>
          </p:cNvPr>
          <p:cNvSpPr txBox="1"/>
          <p:nvPr/>
        </p:nvSpPr>
        <p:spPr>
          <a:xfrm>
            <a:off x="10766610" y="6488668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Mathematik</a:t>
            </a:r>
          </a:p>
          <a:p>
            <a:r>
              <a:rPr lang="de-DE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Peter Köppel, 2024</a:t>
            </a:r>
            <a:endParaRPr lang="de-CH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E0323DC-E04A-B432-6921-77712400D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771" y="1656355"/>
            <a:ext cx="6007408" cy="1630263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2D10C58D-E91B-28D6-FDF3-A9E2358678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771" y="3429000"/>
            <a:ext cx="6007408" cy="2550357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A9CA2A43-78ED-B9F5-E4D2-787FFD46D893}"/>
              </a:ext>
            </a:extLst>
          </p:cNvPr>
          <p:cNvSpPr txBox="1"/>
          <p:nvPr/>
        </p:nvSpPr>
        <p:spPr>
          <a:xfrm>
            <a:off x="3812904" y="2286820"/>
            <a:ext cx="1749710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de-DE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Markdown</a:t>
            </a:r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-Zelle</a:t>
            </a:r>
            <a:endParaRPr lang="de-CH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F6443611-D235-E8C1-D451-B0620ABCA5C6}"/>
              </a:ext>
            </a:extLst>
          </p:cNvPr>
          <p:cNvSpPr txBox="1"/>
          <p:nvPr/>
        </p:nvSpPr>
        <p:spPr>
          <a:xfrm>
            <a:off x="3812903" y="4334846"/>
            <a:ext cx="174970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</a:t>
            </a:r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-Zelle</a:t>
            </a:r>
            <a:endParaRPr lang="de-CH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237B9DA-8955-3C9B-638E-6727A628248A}"/>
              </a:ext>
            </a:extLst>
          </p:cNvPr>
          <p:cNvSpPr txBox="1"/>
          <p:nvPr/>
        </p:nvSpPr>
        <p:spPr>
          <a:xfrm>
            <a:off x="912719" y="4334846"/>
            <a:ext cx="174970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Programm-Code</a:t>
            </a:r>
            <a:endParaRPr lang="de-CH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9702DA0B-2166-1CB3-21D5-528CA9EE8290}"/>
              </a:ext>
            </a:extLst>
          </p:cNvPr>
          <p:cNvSpPr txBox="1"/>
          <p:nvPr/>
        </p:nvSpPr>
        <p:spPr>
          <a:xfrm>
            <a:off x="912719" y="2286820"/>
            <a:ext cx="1844544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Formatierter Text</a:t>
            </a:r>
            <a:endParaRPr lang="de-CH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Pfeil: nach rechts 16">
            <a:extLst>
              <a:ext uri="{FF2B5EF4-FFF2-40B4-BE49-F238E27FC236}">
                <a16:creationId xmlns:a16="http://schemas.microsoft.com/office/drawing/2014/main" id="{2961C7AB-CBB8-27C7-63FB-C99440E2A71D}"/>
              </a:ext>
            </a:extLst>
          </p:cNvPr>
          <p:cNvSpPr/>
          <p:nvPr/>
        </p:nvSpPr>
        <p:spPr>
          <a:xfrm>
            <a:off x="3047420" y="2392565"/>
            <a:ext cx="534553" cy="14526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18" name="Pfeil: nach rechts 17">
            <a:extLst>
              <a:ext uri="{FF2B5EF4-FFF2-40B4-BE49-F238E27FC236}">
                <a16:creationId xmlns:a16="http://schemas.microsoft.com/office/drawing/2014/main" id="{D72998C9-8F32-44C1-CC3C-0B9BDE56D0D4}"/>
              </a:ext>
            </a:extLst>
          </p:cNvPr>
          <p:cNvSpPr/>
          <p:nvPr/>
        </p:nvSpPr>
        <p:spPr>
          <a:xfrm>
            <a:off x="3047420" y="4446879"/>
            <a:ext cx="534553" cy="14526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1841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63E31-1F75-CDA1-7DED-FCA98880B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214C025E-2A4A-1517-533E-BFFB087ECFBD}"/>
              </a:ext>
            </a:extLst>
          </p:cNvPr>
          <p:cNvSpPr txBox="1"/>
          <p:nvPr/>
        </p:nvSpPr>
        <p:spPr>
          <a:xfrm>
            <a:off x="402519" y="246317"/>
            <a:ext cx="89416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8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2-1</a:t>
            </a:r>
            <a:r>
              <a:rPr lang="de-DE" sz="48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-Objekte erkennen</a:t>
            </a:r>
            <a:r>
              <a:rPr lang="de-DE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Aufgabe</a:t>
            </a:r>
            <a:endParaRPr lang="de-CH" sz="20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Grafik 5" descr="Abzeichen Tick1 mit einfarbiger Füllung">
            <a:extLst>
              <a:ext uri="{FF2B5EF4-FFF2-40B4-BE49-F238E27FC236}">
                <a16:creationId xmlns:a16="http://schemas.microsoft.com/office/drawing/2014/main" id="{F0EA0166-98E4-D852-431B-30526D3502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89482" y="67012"/>
            <a:ext cx="358609" cy="358609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3F9A6FA9-C675-EC03-C3BE-DA6F7892F661}"/>
              </a:ext>
            </a:extLst>
          </p:cNvPr>
          <p:cNvSpPr txBox="1"/>
          <p:nvPr/>
        </p:nvSpPr>
        <p:spPr>
          <a:xfrm>
            <a:off x="10766610" y="6488668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Mathematik</a:t>
            </a:r>
          </a:p>
          <a:p>
            <a:r>
              <a:rPr lang="de-DE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Peter Köppel, 2024</a:t>
            </a:r>
            <a:endParaRPr lang="de-CH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D2173DA-105D-0B9D-25E7-DDEDF89243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9732" y="1429054"/>
            <a:ext cx="5619750" cy="4467225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ABFAEEBE-1D71-CF0B-124F-3BB2F10A7449}"/>
              </a:ext>
            </a:extLst>
          </p:cNvPr>
          <p:cNvSpPr txBox="1"/>
          <p:nvPr/>
        </p:nvSpPr>
        <p:spPr>
          <a:xfrm>
            <a:off x="450937" y="1327759"/>
            <a:ext cx="567037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de-DE" sz="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Wie viele Münzen erkennst du auf diesem Bild</a:t>
            </a:r>
            <a:r>
              <a:rPr lang="de-DE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fontAlgn="ctr"/>
            <a:endParaRPr lang="de-DE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fontAlgn="ctr">
              <a:buFont typeface="+mj-lt"/>
              <a:buAutoNum type="alphaLcParenR"/>
            </a:pPr>
            <a:r>
              <a:rPr lang="de-DE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Wie hast du diese identifiziert?</a:t>
            </a:r>
          </a:p>
          <a:p>
            <a:pPr marL="457200" indent="-457200" fontAlgn="ctr">
              <a:buFont typeface="+mj-lt"/>
              <a:buAutoNum type="alphaLcParenR"/>
            </a:pPr>
            <a:r>
              <a:rPr lang="de-DE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Was unterscheidet die Münzen von der Unterlage?</a:t>
            </a:r>
          </a:p>
          <a:p>
            <a:pPr marL="457200" indent="-457200" fontAlgn="ctr">
              <a:buFont typeface="+mj-lt"/>
              <a:buAutoNum type="alphaLcParenR"/>
            </a:pPr>
            <a:r>
              <a:rPr lang="de-DE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Sind die unterschiedlichen Farbwerte auf der Münze wesentlich?</a:t>
            </a:r>
          </a:p>
          <a:p>
            <a:pPr marL="457200" indent="-457200" fontAlgn="ctr">
              <a:buFont typeface="+mj-lt"/>
              <a:buAutoNum type="alphaLcParenR"/>
            </a:pPr>
            <a:r>
              <a:rPr lang="de-DE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Versuche einen Algorithmus zu entwerfen, welcher eine Münze erkennt?</a:t>
            </a:r>
          </a:p>
          <a:p>
            <a:endParaRPr lang="de-CH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864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63E31-1F75-CDA1-7DED-FCA98880B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214C025E-2A4A-1517-533E-BFFB087ECFBD}"/>
              </a:ext>
            </a:extLst>
          </p:cNvPr>
          <p:cNvSpPr txBox="1"/>
          <p:nvPr/>
        </p:nvSpPr>
        <p:spPr>
          <a:xfrm>
            <a:off x="402519" y="246317"/>
            <a:ext cx="89416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8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2-1</a:t>
            </a:r>
            <a:r>
              <a:rPr lang="de-DE" sz="48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-Objekte erkennen</a:t>
            </a:r>
            <a:r>
              <a:rPr lang="de-DE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Lösung</a:t>
            </a:r>
            <a:endParaRPr lang="de-CH" sz="20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Grafik 5" descr="Abzeichen Tick1 mit einfarbiger Füllung">
            <a:extLst>
              <a:ext uri="{FF2B5EF4-FFF2-40B4-BE49-F238E27FC236}">
                <a16:creationId xmlns:a16="http://schemas.microsoft.com/office/drawing/2014/main" id="{F0EA0166-98E4-D852-431B-30526D3502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89482" y="67012"/>
            <a:ext cx="358609" cy="358609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3F9A6FA9-C675-EC03-C3BE-DA6F7892F661}"/>
              </a:ext>
            </a:extLst>
          </p:cNvPr>
          <p:cNvSpPr txBox="1"/>
          <p:nvPr/>
        </p:nvSpPr>
        <p:spPr>
          <a:xfrm>
            <a:off x="10766610" y="6488668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Mathematik</a:t>
            </a:r>
          </a:p>
          <a:p>
            <a:r>
              <a:rPr lang="de-DE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Peter Köppel, 2024</a:t>
            </a:r>
            <a:endParaRPr lang="de-CH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D2173DA-105D-0B9D-25E7-DDEDF89243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9732" y="1429054"/>
            <a:ext cx="5619750" cy="4467225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ABFAEEBE-1D71-CF0B-124F-3BB2F10A7449}"/>
              </a:ext>
            </a:extLst>
          </p:cNvPr>
          <p:cNvSpPr txBox="1"/>
          <p:nvPr/>
        </p:nvSpPr>
        <p:spPr>
          <a:xfrm>
            <a:off x="450937" y="1327759"/>
            <a:ext cx="567037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de-DE" sz="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Wie viele Münzen erkennst du auf diesem Bild</a:t>
            </a:r>
            <a:r>
              <a:rPr lang="de-DE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fontAlgn="ctr"/>
            <a:endParaRPr lang="de-DE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ctr"/>
            <a:r>
              <a:rPr lang="de-DE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Schritt 1: Weichzeichnen – </a:t>
            </a:r>
            <a:r>
              <a:rPr lang="de-DE" sz="20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Gauss</a:t>
            </a:r>
            <a:r>
              <a:rPr lang="de-DE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-Filter</a:t>
            </a:r>
          </a:p>
          <a:p>
            <a:pPr fontAlgn="ctr"/>
            <a:endParaRPr lang="de-DE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ctr"/>
            <a:r>
              <a:rPr lang="de-DE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Schritt 2: Zentrumspunkte identifizieren</a:t>
            </a:r>
          </a:p>
          <a:p>
            <a:pPr fontAlgn="ctr"/>
            <a:endParaRPr lang="de-DE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ctr"/>
            <a:r>
              <a:rPr lang="de-DE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Schritt 3: Die Anzahl der Zentrumspunkte ausgeben</a:t>
            </a:r>
          </a:p>
          <a:p>
            <a:pPr fontAlgn="ctr"/>
            <a:endParaRPr lang="de-DE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ctr"/>
            <a:endParaRPr lang="de-DE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ctr"/>
            <a:r>
              <a:rPr lang="de-DE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Anzahl Münzen: </a:t>
            </a:r>
            <a:r>
              <a:rPr lang="de-DE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24</a:t>
            </a:r>
            <a:endParaRPr lang="de-CH" sz="20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D1D14EC-D2D8-8139-2C26-456BDA763F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9732" y="1429054"/>
            <a:ext cx="5619750" cy="4467225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5BC3573F-AA90-0CF0-AEFF-83CE026601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9733" y="1435123"/>
            <a:ext cx="5619749" cy="448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237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63E31-1F75-CDA1-7DED-FCA98880B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214C025E-2A4A-1517-533E-BFFB087ECFBD}"/>
              </a:ext>
            </a:extLst>
          </p:cNvPr>
          <p:cNvSpPr txBox="1"/>
          <p:nvPr/>
        </p:nvSpPr>
        <p:spPr>
          <a:xfrm>
            <a:off x="402519" y="246317"/>
            <a:ext cx="89416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8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3-1</a:t>
            </a:r>
            <a:r>
              <a:rPr lang="de-DE" sz="48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-Idee</a:t>
            </a:r>
            <a:endParaRPr lang="de-CH" sz="32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Grafik 5" descr="Abzeichen Tick1 mit einfarbiger Füllung">
            <a:extLst>
              <a:ext uri="{FF2B5EF4-FFF2-40B4-BE49-F238E27FC236}">
                <a16:creationId xmlns:a16="http://schemas.microsoft.com/office/drawing/2014/main" id="{F0EA0166-98E4-D852-431B-30526D3502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89482" y="67012"/>
            <a:ext cx="358609" cy="35860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DF77B5E6-849D-3EE2-4139-802FABD74EF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252" t="2743" b="50260"/>
          <a:stretch/>
        </p:blipFill>
        <p:spPr>
          <a:xfrm>
            <a:off x="482711" y="1935871"/>
            <a:ext cx="4950755" cy="3109624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C97A3A0-8A90-2408-C420-C59983733C4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2577" b="-1088"/>
          <a:stretch/>
        </p:blipFill>
        <p:spPr>
          <a:xfrm>
            <a:off x="6547225" y="1178420"/>
            <a:ext cx="4822161" cy="1555317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pic>
        <p:nvPicPr>
          <p:cNvPr id="46" name="Grafik 45">
            <a:extLst>
              <a:ext uri="{FF2B5EF4-FFF2-40B4-BE49-F238E27FC236}">
                <a16:creationId xmlns:a16="http://schemas.microsoft.com/office/drawing/2014/main" id="{5C396DB3-658D-78A5-D4D8-72B35E73AEE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7897" b="50085"/>
          <a:stretch/>
        </p:blipFill>
        <p:spPr>
          <a:xfrm>
            <a:off x="6547225" y="2916408"/>
            <a:ext cx="4822161" cy="3071493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67" name="Textfeld 66">
            <a:extLst>
              <a:ext uri="{FF2B5EF4-FFF2-40B4-BE49-F238E27FC236}">
                <a16:creationId xmlns:a16="http://schemas.microsoft.com/office/drawing/2014/main" id="{B0486AEC-1ADA-9B7E-009E-4A90302B3069}"/>
              </a:ext>
            </a:extLst>
          </p:cNvPr>
          <p:cNvSpPr txBox="1"/>
          <p:nvPr/>
        </p:nvSpPr>
        <p:spPr>
          <a:xfrm rot="16200000">
            <a:off x="10946691" y="1723408"/>
            <a:ext cx="12455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Spektrum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259AC6D3-4DAC-ACBE-C54D-BF45334062C1}"/>
              </a:ext>
            </a:extLst>
          </p:cNvPr>
          <p:cNvSpPr txBox="1"/>
          <p:nvPr/>
        </p:nvSpPr>
        <p:spPr>
          <a:xfrm>
            <a:off x="1846531" y="1535761"/>
            <a:ext cx="23500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Periodisches Signal</a:t>
            </a: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3698ADCA-E53A-4949-E47C-B5D9843F7ED6}"/>
              </a:ext>
            </a:extLst>
          </p:cNvPr>
          <p:cNvSpPr txBox="1"/>
          <p:nvPr/>
        </p:nvSpPr>
        <p:spPr>
          <a:xfrm rot="16200000">
            <a:off x="10596649" y="4011612"/>
            <a:ext cx="19455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Bestandteile</a:t>
            </a:r>
          </a:p>
        </p:txBody>
      </p:sp>
      <p:sp>
        <p:nvSpPr>
          <p:cNvPr id="72" name="Pfeil: nach rechts 71">
            <a:extLst>
              <a:ext uri="{FF2B5EF4-FFF2-40B4-BE49-F238E27FC236}">
                <a16:creationId xmlns:a16="http://schemas.microsoft.com/office/drawing/2014/main" id="{BC94DF88-8A93-24CF-F0A8-175CFC337EC5}"/>
              </a:ext>
            </a:extLst>
          </p:cNvPr>
          <p:cNvSpPr/>
          <p:nvPr/>
        </p:nvSpPr>
        <p:spPr>
          <a:xfrm>
            <a:off x="5119841" y="1375194"/>
            <a:ext cx="1369002" cy="505743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Analyse</a:t>
            </a:r>
            <a:endParaRPr lang="de-CH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Pfeil: nach links 73">
            <a:extLst>
              <a:ext uri="{FF2B5EF4-FFF2-40B4-BE49-F238E27FC236}">
                <a16:creationId xmlns:a16="http://schemas.microsoft.com/office/drawing/2014/main" id="{64C31E8B-1897-5BE3-F110-78189A23198C}"/>
              </a:ext>
            </a:extLst>
          </p:cNvPr>
          <p:cNvSpPr/>
          <p:nvPr/>
        </p:nvSpPr>
        <p:spPr>
          <a:xfrm>
            <a:off x="5072949" y="5184101"/>
            <a:ext cx="1369003" cy="520860"/>
          </a:xfrm>
          <a:prstGeom prst="lef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Synthese</a:t>
            </a:r>
            <a:endParaRPr lang="de-CH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3F9A6FA9-C675-EC03-C3BE-DA6F7892F661}"/>
              </a:ext>
            </a:extLst>
          </p:cNvPr>
          <p:cNvSpPr txBox="1"/>
          <p:nvPr/>
        </p:nvSpPr>
        <p:spPr>
          <a:xfrm>
            <a:off x="10766610" y="6488668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Mathematik</a:t>
            </a:r>
          </a:p>
          <a:p>
            <a:r>
              <a:rPr lang="de-DE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Peter Köppel, 2024</a:t>
            </a:r>
            <a:endParaRPr lang="de-CH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6732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68" grpId="0"/>
      <p:bldP spid="71" grpId="0"/>
      <p:bldP spid="72" grpId="0" animBg="1"/>
      <p:bldP spid="7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895B9-C939-E230-2A5D-AE3CFE8B2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58CD5F29-FFF0-91D7-9D59-882CD68FB64F}"/>
              </a:ext>
            </a:extLst>
          </p:cNvPr>
          <p:cNvSpPr txBox="1"/>
          <p:nvPr/>
        </p:nvSpPr>
        <p:spPr>
          <a:xfrm>
            <a:off x="402519" y="246317"/>
            <a:ext cx="89416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8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3-2</a:t>
            </a:r>
            <a:r>
              <a:rPr lang="de-DE" sz="48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-…ein paar Formeln… (1 / 3)</a:t>
            </a:r>
            <a:endParaRPr lang="de-CH" sz="32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Grafik 5" descr="Abzeichen Tick1 mit einfarbiger Füllung">
            <a:extLst>
              <a:ext uri="{FF2B5EF4-FFF2-40B4-BE49-F238E27FC236}">
                <a16:creationId xmlns:a16="http://schemas.microsoft.com/office/drawing/2014/main" id="{383EEFAC-94B6-02D5-B876-9E993E91A4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89482" y="67012"/>
            <a:ext cx="358609" cy="3586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CE872A7A-5FB3-DF9E-AF32-9434463EDAFB}"/>
                  </a:ext>
                </a:extLst>
              </p:cNvPr>
              <p:cNvSpPr txBox="1"/>
              <p:nvPr/>
            </p:nvSpPr>
            <p:spPr>
              <a:xfrm>
                <a:off x="4397572" y="1356953"/>
                <a:ext cx="1628844" cy="27699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effectLst>
                <a:innerShdw blurRad="114300">
                  <a:prstClr val="black"/>
                </a:innerShdw>
              </a:effectLst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CH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CE872A7A-5FB3-DF9E-AF32-9434463ED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7572" y="1356953"/>
                <a:ext cx="1628844" cy="276999"/>
              </a:xfrm>
              <a:prstGeom prst="rect">
                <a:avLst/>
              </a:prstGeom>
              <a:blipFill>
                <a:blip r:embed="rId4"/>
                <a:stretch>
                  <a:fillRect l="-4478" r="-4104" b="-40000"/>
                </a:stretch>
              </a:blipFill>
              <a:effectLst>
                <a:innerShdw blurRad="114300">
                  <a:prstClr val="black"/>
                </a:innerShdw>
              </a:effectLst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feld 2">
            <a:extLst>
              <a:ext uri="{FF2B5EF4-FFF2-40B4-BE49-F238E27FC236}">
                <a16:creationId xmlns:a16="http://schemas.microsoft.com/office/drawing/2014/main" id="{F1C2F207-25CD-7943-1D9A-D4518F8F323D}"/>
              </a:ext>
            </a:extLst>
          </p:cNvPr>
          <p:cNvSpPr txBox="1"/>
          <p:nvPr/>
        </p:nvSpPr>
        <p:spPr>
          <a:xfrm>
            <a:off x="450937" y="1327759"/>
            <a:ext cx="3917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Wir betrachten periodische Funktionen:</a:t>
            </a:r>
            <a:endParaRPr lang="de-CH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E0ED4ED4-9C42-6E1E-6220-F7839F2A3A47}"/>
                  </a:ext>
                </a:extLst>
              </p:cNvPr>
              <p:cNvSpPr txBox="1"/>
              <p:nvPr/>
            </p:nvSpPr>
            <p:spPr>
              <a:xfrm>
                <a:off x="769004" y="2193119"/>
                <a:ext cx="7635615" cy="27699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unc>
                        <m:funcPr>
                          <m:ctrl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unc>
                        <m:funcPr>
                          <m:ctrlPr>
                            <a:rPr lang="de-D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de-DE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de-DE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e-DE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D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de-DE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de-DE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  <m:func>
                            <m:funcPr>
                              <m:ctrlPr>
                                <a:rPr lang="de-DE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DE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de-D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de-D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de-D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de-D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de-D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de-CH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E0ED4ED4-9C42-6E1E-6220-F7839F2A3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004" y="2193119"/>
                <a:ext cx="7635615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feld 7">
            <a:extLst>
              <a:ext uri="{FF2B5EF4-FFF2-40B4-BE49-F238E27FC236}">
                <a16:creationId xmlns:a16="http://schemas.microsoft.com/office/drawing/2014/main" id="{75E357F5-8604-9390-B305-C201EE2307F8}"/>
              </a:ext>
            </a:extLst>
          </p:cNvPr>
          <p:cNvSpPr txBox="1"/>
          <p:nvPr/>
        </p:nvSpPr>
        <p:spPr>
          <a:xfrm>
            <a:off x="450937" y="1710654"/>
            <a:ext cx="389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Joseph Fourier (1768-1830) postulierte:</a:t>
            </a:r>
            <a:endParaRPr lang="de-CH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3CAB9244-A96B-2075-1B3A-8A8B065972C9}"/>
                  </a:ext>
                </a:extLst>
              </p:cNvPr>
              <p:cNvSpPr txBox="1"/>
              <p:nvPr/>
            </p:nvSpPr>
            <p:spPr>
              <a:xfrm>
                <a:off x="769004" y="2631731"/>
                <a:ext cx="2946704" cy="77912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de-DE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de-DE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de-DE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DE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de-D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de-D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de-D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de-D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de-D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de-CH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3CAB9244-A96B-2075-1B3A-8A8B06597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004" y="2631731"/>
                <a:ext cx="2946704" cy="77912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feld 9">
            <a:extLst>
              <a:ext uri="{FF2B5EF4-FFF2-40B4-BE49-F238E27FC236}">
                <a16:creationId xmlns:a16="http://schemas.microsoft.com/office/drawing/2014/main" id="{481BA178-F055-2BB8-7901-829E2343D7E9}"/>
              </a:ext>
            </a:extLst>
          </p:cNvPr>
          <p:cNvSpPr txBox="1"/>
          <p:nvPr/>
        </p:nvSpPr>
        <p:spPr>
          <a:xfrm>
            <a:off x="450937" y="3499639"/>
            <a:ext cx="6341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(1) Die Sinustherme erhalten wir mit Hilfe der </a:t>
            </a:r>
            <a:r>
              <a:rPr lang="de-DE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Additionstheoreme</a:t>
            </a:r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de-CH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EB3231CC-6746-A37A-8DCE-7C81F91DA7EF}"/>
                  </a:ext>
                </a:extLst>
              </p:cNvPr>
              <p:cNvSpPr txBox="1"/>
              <p:nvPr/>
            </p:nvSpPr>
            <p:spPr>
              <a:xfrm>
                <a:off x="769004" y="3872622"/>
                <a:ext cx="6487160" cy="778868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de-DE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de-D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de-D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de-DE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𝜑</m:t>
                                          </m:r>
                                        </m:e>
                                        <m:sub>
                                          <m:r>
                                            <a:rPr lang="de-DE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de-DE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de-DE" b="0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  <m: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⁡(</m:t>
                                  </m:r>
                                  <m:r>
                                    <a:rPr lang="de-DE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func>
                            </m:e>
                          </m:d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de-DE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de-DE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de-D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 b="0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de-DE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de-DE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𝜑</m:t>
                                          </m:r>
                                        </m:e>
                                        <m:sub>
                                          <m:r>
                                            <a:rPr lang="de-DE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de-D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de-DE" b="0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  <m:r>
                                    <a:rPr lang="de-D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⁡(</m:t>
                                  </m:r>
                                  <m:r>
                                    <a:rPr lang="de-DE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de-D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de-D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func>
                            </m:e>
                          </m:d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de-CH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EB3231CC-6746-A37A-8DCE-7C81F91DA7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004" y="3872622"/>
                <a:ext cx="6487160" cy="7788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2631D460-ABDD-13AF-303A-22A642A62BAC}"/>
                  </a:ext>
                </a:extLst>
              </p:cNvPr>
              <p:cNvSpPr txBox="1"/>
              <p:nvPr/>
            </p:nvSpPr>
            <p:spPr>
              <a:xfrm>
                <a:off x="450937" y="5193762"/>
                <a:ext cx="67409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(2) Zusammen mit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de-DE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de-DE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sSub>
                      <m:sSubPr>
                        <m:ctrlPr>
                          <a:rPr lang="de-DE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𝐴</m:t>
                        </m:r>
                      </m:e>
                      <m:sub>
                        <m:r>
                          <a:rPr lang="de-DE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erhalten wir eine </a:t>
                </a:r>
                <a:r>
                  <a:rPr lang="de-DE" dirty="0">
                    <a:solidFill>
                      <a:srgbClr val="FFC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phasenfreie Darstellung</a:t>
                </a:r>
                <a:r>
                  <a:rPr lang="de-DE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endParaRPr lang="de-CH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2631D460-ABDD-13AF-303A-22A642A62B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937" y="5193762"/>
                <a:ext cx="6740948" cy="369332"/>
              </a:xfrm>
              <a:prstGeom prst="rect">
                <a:avLst/>
              </a:prstGeom>
              <a:blipFill>
                <a:blip r:embed="rId8"/>
                <a:stretch>
                  <a:fillRect l="-814" t="-9836" r="-723" b="-24590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E80B8E5B-6018-06C8-9513-3FC6DA4B3650}"/>
                  </a:ext>
                </a:extLst>
              </p:cNvPr>
              <p:cNvSpPr txBox="1"/>
              <p:nvPr/>
            </p:nvSpPr>
            <p:spPr>
              <a:xfrm>
                <a:off x="769004" y="5628489"/>
                <a:ext cx="4417107" cy="778868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de-DE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de-DE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⁡(</m:t>
                                  </m:r>
                                  <m:r>
                                    <a:rPr lang="de-DE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func>
                            </m:e>
                          </m:d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e-DE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de-DE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de-DE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de-DE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nary>
                    </m:oMath>
                  </m:oMathPara>
                </a14:m>
                <a:endParaRPr lang="de-CH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E80B8E5B-6018-06C8-9513-3FC6DA4B36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004" y="5628489"/>
                <a:ext cx="4417107" cy="77886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Geschweifte Klammer links 16">
            <a:extLst>
              <a:ext uri="{FF2B5EF4-FFF2-40B4-BE49-F238E27FC236}">
                <a16:creationId xmlns:a16="http://schemas.microsoft.com/office/drawing/2014/main" id="{A8485BD9-88B1-9298-F87E-D7C8EAADBAF7}"/>
              </a:ext>
            </a:extLst>
          </p:cNvPr>
          <p:cNvSpPr/>
          <p:nvPr/>
        </p:nvSpPr>
        <p:spPr>
          <a:xfrm rot="16200000">
            <a:off x="2945419" y="3954015"/>
            <a:ext cx="211115" cy="1125571"/>
          </a:xfrm>
          <a:prstGeom prst="leftBrace">
            <a:avLst>
              <a:gd name="adj1" fmla="val 51543"/>
              <a:gd name="adj2" fmla="val 50000"/>
            </a:avLst>
          </a:prstGeom>
          <a:ln w="19050">
            <a:solidFill>
              <a:srgbClr val="FF000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CH">
              <a:ln>
                <a:solidFill>
                  <a:srgbClr val="011524"/>
                </a:solidFill>
              </a:ln>
              <a:solidFill>
                <a:srgbClr val="011524"/>
              </a:solidFill>
            </a:endParaRPr>
          </a:p>
        </p:txBody>
      </p:sp>
      <p:sp>
        <p:nvSpPr>
          <p:cNvPr id="18" name="Geschweifte Klammer links 17">
            <a:extLst>
              <a:ext uri="{FF2B5EF4-FFF2-40B4-BE49-F238E27FC236}">
                <a16:creationId xmlns:a16="http://schemas.microsoft.com/office/drawing/2014/main" id="{8BBAE1C2-0FC8-CF4F-EA21-FAD4DDB66E95}"/>
              </a:ext>
            </a:extLst>
          </p:cNvPr>
          <p:cNvSpPr/>
          <p:nvPr/>
        </p:nvSpPr>
        <p:spPr>
          <a:xfrm rot="16200000">
            <a:off x="5427657" y="3946377"/>
            <a:ext cx="211115" cy="1125571"/>
          </a:xfrm>
          <a:prstGeom prst="leftBrace">
            <a:avLst>
              <a:gd name="adj1" fmla="val 51543"/>
              <a:gd name="adj2" fmla="val 50000"/>
            </a:avLst>
          </a:prstGeom>
          <a:ln w="19050">
            <a:solidFill>
              <a:srgbClr val="FF0000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CH">
              <a:ln>
                <a:solidFill>
                  <a:srgbClr val="011524"/>
                </a:solidFill>
              </a:ln>
              <a:solidFill>
                <a:srgbClr val="01152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60AE0CF1-702F-71B5-C39A-34F10AFFBE14}"/>
                  </a:ext>
                </a:extLst>
              </p:cNvPr>
              <p:cNvSpPr txBox="1"/>
              <p:nvPr/>
            </p:nvSpPr>
            <p:spPr>
              <a:xfrm>
                <a:off x="2894074" y="4651490"/>
                <a:ext cx="551048" cy="2769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de-CH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60AE0CF1-702F-71B5-C39A-34F10AFFB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4074" y="4651490"/>
                <a:ext cx="551048" cy="276999"/>
              </a:xfrm>
              <a:prstGeom prst="rect">
                <a:avLst/>
              </a:prstGeom>
              <a:blipFill>
                <a:blip r:embed="rId10"/>
                <a:stretch>
                  <a:fillRect l="-3333" b="-17778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8EC98544-1D82-AE16-73CC-9A75674A6301}"/>
                  </a:ext>
                </a:extLst>
              </p:cNvPr>
              <p:cNvSpPr txBox="1"/>
              <p:nvPr/>
            </p:nvSpPr>
            <p:spPr>
              <a:xfrm>
                <a:off x="5376312" y="4651490"/>
                <a:ext cx="540533" cy="2769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de-CH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8EC98544-1D82-AE16-73CC-9A75674A6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6312" y="4651490"/>
                <a:ext cx="540533" cy="276999"/>
              </a:xfrm>
              <a:prstGeom prst="rect">
                <a:avLst/>
              </a:prstGeom>
              <a:blipFill>
                <a:blip r:embed="rId11"/>
                <a:stretch>
                  <a:fillRect l="-3371" b="-17778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feld 6">
            <a:extLst>
              <a:ext uri="{FF2B5EF4-FFF2-40B4-BE49-F238E27FC236}">
                <a16:creationId xmlns:a16="http://schemas.microsoft.com/office/drawing/2014/main" id="{05988BA9-D26C-513E-2BE5-D6C69B45AE51}"/>
              </a:ext>
            </a:extLst>
          </p:cNvPr>
          <p:cNvSpPr txBox="1"/>
          <p:nvPr/>
        </p:nvSpPr>
        <p:spPr>
          <a:xfrm>
            <a:off x="10766610" y="6488668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Mathematik</a:t>
            </a:r>
          </a:p>
          <a:p>
            <a:r>
              <a:rPr lang="de-DE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Peter Köppel, 2024</a:t>
            </a:r>
            <a:endParaRPr lang="de-CH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5914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" grpId="0" animBg="1"/>
      <p:bldP spid="8" grpId="0"/>
      <p:bldP spid="9" grpId="0" animBg="1"/>
      <p:bldP spid="10" grpId="0"/>
      <p:bldP spid="13" grpId="0" animBg="1"/>
      <p:bldP spid="14" grpId="0"/>
      <p:bldP spid="15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8088E-4ECA-A123-0703-0DBFB6ACC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18CF8B37-06BE-0DB8-CFE7-79BC03F711F5}"/>
              </a:ext>
            </a:extLst>
          </p:cNvPr>
          <p:cNvSpPr txBox="1"/>
          <p:nvPr/>
        </p:nvSpPr>
        <p:spPr>
          <a:xfrm>
            <a:off x="402519" y="246317"/>
            <a:ext cx="89416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8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3-2</a:t>
            </a:r>
            <a:r>
              <a:rPr lang="de-DE" sz="48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-…ein paar Formeln… (2 / 3)</a:t>
            </a:r>
            <a:endParaRPr lang="de-CH" sz="32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Grafik 5" descr="Abzeichen Tick1 mit einfarbiger Füllung">
            <a:extLst>
              <a:ext uri="{FF2B5EF4-FFF2-40B4-BE49-F238E27FC236}">
                <a16:creationId xmlns:a16="http://schemas.microsoft.com/office/drawing/2014/main" id="{AC1C0C91-4AC6-99AB-57E1-BB1858D17E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89482" y="67012"/>
            <a:ext cx="358609" cy="3586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E1D32BB8-EFF3-A783-BA62-C462D9024D8B}"/>
                  </a:ext>
                </a:extLst>
              </p:cNvPr>
              <p:cNvSpPr txBox="1"/>
              <p:nvPr/>
            </p:nvSpPr>
            <p:spPr>
              <a:xfrm>
                <a:off x="7322399" y="1369469"/>
                <a:ext cx="2489079" cy="28591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effectLst>
                <a:innerShdw blurRad="114300">
                  <a:prstClr val="black"/>
                </a:innerShdw>
              </a:effectLst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𝑖𝑦</m:t>
                          </m:r>
                        </m:sup>
                      </m:sSup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func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CH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E1D32BB8-EFF3-A783-BA62-C462D9024D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2399" y="1369469"/>
                <a:ext cx="2489079" cy="285912"/>
              </a:xfrm>
              <a:prstGeom prst="rect">
                <a:avLst/>
              </a:prstGeom>
              <a:blipFill>
                <a:blip r:embed="rId4"/>
                <a:stretch>
                  <a:fillRect l="-735" t="-6383" r="-2696" b="-36170"/>
                </a:stretch>
              </a:blipFill>
              <a:effectLst>
                <a:innerShdw blurRad="114300">
                  <a:prstClr val="black"/>
                </a:innerShdw>
              </a:effectLst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feld 2">
            <a:extLst>
              <a:ext uri="{FF2B5EF4-FFF2-40B4-BE49-F238E27FC236}">
                <a16:creationId xmlns:a16="http://schemas.microsoft.com/office/drawing/2014/main" id="{C1181DFF-0712-5DCD-55CD-17D2251A9073}"/>
              </a:ext>
            </a:extLst>
          </p:cNvPr>
          <p:cNvSpPr txBox="1"/>
          <p:nvPr/>
        </p:nvSpPr>
        <p:spPr>
          <a:xfrm>
            <a:off x="450937" y="1327759"/>
            <a:ext cx="3012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(3) Aus der Euler-Formel folgt:</a:t>
            </a:r>
            <a:endParaRPr lang="de-CH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2E81329C-976B-4D2D-8803-0F36D8C11F79}"/>
                  </a:ext>
                </a:extLst>
              </p:cNvPr>
              <p:cNvSpPr txBox="1"/>
              <p:nvPr/>
            </p:nvSpPr>
            <p:spPr>
              <a:xfrm>
                <a:off x="769004" y="1820459"/>
                <a:ext cx="2379177" cy="51860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𝑖𝑥</m:t>
                              </m:r>
                            </m:sup>
                          </m:sSup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𝑖𝑥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de-CH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2E81329C-976B-4D2D-8803-0F36D8C11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004" y="1820459"/>
                <a:ext cx="2379177" cy="5186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E63E5B01-1421-19EA-FDB3-6DF5E3EBA59F}"/>
                  </a:ext>
                </a:extLst>
              </p:cNvPr>
              <p:cNvSpPr txBox="1"/>
              <p:nvPr/>
            </p:nvSpPr>
            <p:spPr>
              <a:xfrm>
                <a:off x="769004" y="2556575"/>
                <a:ext cx="6280630" cy="77912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begChr m:val="{"/>
                              <m:endChr m:val="}"/>
                              <m:ctrlP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de-DE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𝑖𝑛</m:t>
                                      </m:r>
                                      <m: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de-DE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de-DE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𝑖𝑛</m:t>
                                      </m:r>
                                      <m: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de-CH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E63E5B01-1421-19EA-FDB3-6DF5E3EBA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004" y="2556575"/>
                <a:ext cx="6280630" cy="77912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7B6DEFD9-E153-6FCB-5F89-4A3FE70512EA}"/>
                  </a:ext>
                </a:extLst>
              </p:cNvPr>
              <p:cNvSpPr txBox="1"/>
              <p:nvPr/>
            </p:nvSpPr>
            <p:spPr>
              <a:xfrm>
                <a:off x="450937" y="5193762"/>
                <a:ext cx="10951396" cy="4834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(4) Mit den komplexen Koeffizienten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𝑐</m:t>
                        </m:r>
                      </m:e>
                      <m:sub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de-DE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sSub>
                      <m:sSubPr>
                        <m:ctrlP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𝑐</m:t>
                        </m:r>
                      </m:e>
                      <m:sub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</m:sub>
                    </m:sSub>
                    <m:r>
                      <a:rPr lang="de-DE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de-DE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den>
                    </m:f>
                    <m:r>
                      <a:rPr lang="de-DE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</m:sub>
                    </m:sSub>
                    <m:r>
                      <a:rPr lang="de-DE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de-DE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𝑖</m:t>
                    </m:r>
                    <m:sSub>
                      <m:sSubPr>
                        <m:ctrlP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𝑏</m:t>
                        </m:r>
                      </m:e>
                      <m:sub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</m:sub>
                    </m:sSub>
                    <m:r>
                      <a:rPr lang="de-DE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de-DE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DE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𝑐</m:t>
                        </m:r>
                      </m:e>
                      <m:sub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−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</m:sub>
                    </m:sSub>
                    <m:r>
                      <a:rPr lang="de-DE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de-DE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den>
                    </m:f>
                    <m:r>
                      <a:rPr lang="de-DE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</m:sub>
                    </m:sSub>
                    <m:r>
                      <a:rPr lang="de-DE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−</m:t>
                    </m:r>
                    <m:r>
                      <a:rPr lang="de-DE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𝑖</m:t>
                    </m:r>
                    <m:sSub>
                      <m:sSubPr>
                        <m:ctrlP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𝑏</m:t>
                        </m:r>
                      </m:e>
                      <m:sub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</m:sub>
                    </m:sSub>
                    <m:r>
                      <a:rPr lang="de-DE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de-DE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DE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erhalten wir die </a:t>
                </a:r>
                <a:r>
                  <a:rPr lang="de-DE" dirty="0">
                    <a:solidFill>
                      <a:srgbClr val="FFC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Summe</a:t>
                </a:r>
                <a:r>
                  <a:rPr lang="de-DE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endParaRPr lang="de-CH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7B6DEFD9-E153-6FCB-5F89-4A3FE70512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937" y="5193762"/>
                <a:ext cx="10951396" cy="483466"/>
              </a:xfrm>
              <a:prstGeom prst="rect">
                <a:avLst/>
              </a:prstGeom>
              <a:blipFill>
                <a:blip r:embed="rId7"/>
                <a:stretch>
                  <a:fillRect l="-501" b="-8861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37F7751D-DC28-6639-42DA-253E9FB947A8}"/>
                  </a:ext>
                </a:extLst>
              </p:cNvPr>
              <p:cNvSpPr txBox="1"/>
              <p:nvPr/>
            </p:nvSpPr>
            <p:spPr>
              <a:xfrm>
                <a:off x="769004" y="5628489"/>
                <a:ext cx="2052165" cy="778868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=−</m:t>
                          </m:r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de-DE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e-DE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e-DE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de-CH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37F7751D-DC28-6639-42DA-253E9FB94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004" y="5628489"/>
                <a:ext cx="2052165" cy="7788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E512AAC2-DF47-FBE7-BD1C-691F415A9D8F}"/>
                  </a:ext>
                </a:extLst>
              </p:cNvPr>
              <p:cNvSpPr txBox="1"/>
              <p:nvPr/>
            </p:nvSpPr>
            <p:spPr>
              <a:xfrm>
                <a:off x="3320138" y="1820459"/>
                <a:ext cx="2429768" cy="52039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  <m:d>
                        <m:dPr>
                          <m:ctrl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𝑖𝑥</m:t>
                              </m:r>
                            </m:sup>
                          </m:sSup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𝑖𝑥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de-CH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E512AAC2-DF47-FBE7-BD1C-691F415A9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0138" y="1820459"/>
                <a:ext cx="2429768" cy="5203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feld 10">
            <a:extLst>
              <a:ext uri="{FF2B5EF4-FFF2-40B4-BE49-F238E27FC236}">
                <a16:creationId xmlns:a16="http://schemas.microsoft.com/office/drawing/2014/main" id="{12DAEDEA-A536-CBF7-4F43-7BC02C61BBCC}"/>
              </a:ext>
            </a:extLst>
          </p:cNvPr>
          <p:cNvSpPr txBox="1"/>
          <p:nvPr/>
        </p:nvSpPr>
        <p:spPr>
          <a:xfrm>
            <a:off x="5798649" y="1327759"/>
            <a:ext cx="1457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Euler-Formel:</a:t>
            </a:r>
            <a:endParaRPr lang="de-CH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A2FC9DE0-937E-E5C7-ADC4-E096195E664A}"/>
                  </a:ext>
                </a:extLst>
              </p:cNvPr>
              <p:cNvSpPr txBox="1"/>
              <p:nvPr/>
            </p:nvSpPr>
            <p:spPr>
              <a:xfrm>
                <a:off x="769004" y="3420333"/>
                <a:ext cx="6280630" cy="77912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begChr m:val="{"/>
                              <m:endChr m:val="}"/>
                              <m:ctrlP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de-DE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𝑖𝑛</m:t>
                                      </m:r>
                                      <m: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de-DE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de-DE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𝑖𝑛</m:t>
                                      </m:r>
                                      <m: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de-CH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A2FC9DE0-937E-E5C7-ADC4-E096195E66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004" y="3420333"/>
                <a:ext cx="6280630" cy="77912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F0503B1A-E528-E0FA-5FA4-B38BBC40947D}"/>
                  </a:ext>
                </a:extLst>
              </p:cNvPr>
              <p:cNvSpPr txBox="1"/>
              <p:nvPr/>
            </p:nvSpPr>
            <p:spPr>
              <a:xfrm>
                <a:off x="769004" y="4284092"/>
                <a:ext cx="5473486" cy="77912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begChr m:val="{"/>
                              <m:endChr m:val="}"/>
                              <m:ctrlP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de-DE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de-DE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p>
                                <m:sSupPr>
                                  <m:ctrlP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de-DE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+(</m:t>
                              </m:r>
                              <m:sSub>
                                <m:sSubPr>
                                  <m:ctrlPr>
                                    <a:rPr lang="de-DE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de-DE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p>
                                <m:sSupPr>
                                  <m:ctrlP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  <m: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de-CH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F0503B1A-E528-E0FA-5FA4-B38BBC409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004" y="4284092"/>
                <a:ext cx="5473486" cy="77912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feld 7">
            <a:extLst>
              <a:ext uri="{FF2B5EF4-FFF2-40B4-BE49-F238E27FC236}">
                <a16:creationId xmlns:a16="http://schemas.microsoft.com/office/drawing/2014/main" id="{F820A57F-71CC-66DD-84C2-D60D6AF93BAA}"/>
              </a:ext>
            </a:extLst>
          </p:cNvPr>
          <p:cNvSpPr txBox="1"/>
          <p:nvPr/>
        </p:nvSpPr>
        <p:spPr>
          <a:xfrm>
            <a:off x="10766610" y="6488668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Mathematik</a:t>
            </a:r>
          </a:p>
          <a:p>
            <a:r>
              <a:rPr lang="de-DE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Peter Köppel, 2024</a:t>
            </a:r>
            <a:endParaRPr lang="de-CH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4187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" grpId="0" animBg="1"/>
      <p:bldP spid="9" grpId="0" animBg="1"/>
      <p:bldP spid="14" grpId="0"/>
      <p:bldP spid="15" grpId="0" animBg="1"/>
      <p:bldP spid="7" grpId="0" animBg="1"/>
      <p:bldP spid="11" grpId="0"/>
      <p:bldP spid="12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8088E-4ECA-A123-0703-0DBFB6ACC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18CF8B37-06BE-0DB8-CFE7-79BC03F711F5}"/>
              </a:ext>
            </a:extLst>
          </p:cNvPr>
          <p:cNvSpPr txBox="1"/>
          <p:nvPr/>
        </p:nvSpPr>
        <p:spPr>
          <a:xfrm>
            <a:off x="402519" y="246317"/>
            <a:ext cx="89416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8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3-4</a:t>
            </a:r>
            <a:r>
              <a:rPr lang="de-DE" sz="48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-…ein paar Formeln… (3 / 3)</a:t>
            </a:r>
            <a:endParaRPr lang="de-CH" sz="32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Grafik 5" descr="Abzeichen Tick1 mit einfarbiger Füllung">
            <a:extLst>
              <a:ext uri="{FF2B5EF4-FFF2-40B4-BE49-F238E27FC236}">
                <a16:creationId xmlns:a16="http://schemas.microsoft.com/office/drawing/2014/main" id="{AC1C0C91-4AC6-99AB-57E1-BB1858D17E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89482" y="67012"/>
            <a:ext cx="358609" cy="3586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C1181DFF-0712-5DCD-55CD-17D2251A9073}"/>
                  </a:ext>
                </a:extLst>
              </p:cNvPr>
              <p:cNvSpPr txBox="1"/>
              <p:nvPr/>
            </p:nvSpPr>
            <p:spPr>
              <a:xfrm>
                <a:off x="450937" y="1327759"/>
                <a:ext cx="96505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(5) Es sei </a:t>
                </a:r>
                <a14:m>
                  <m:oMath xmlns:m="http://schemas.openxmlformats.org/officeDocument/2006/math">
                    <m:r>
                      <a:rPr lang="de-DE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𝑓</m:t>
                    </m:r>
                    <m:r>
                      <a:rPr lang="de-DE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DE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𝑡</m:t>
                    </m:r>
                    <m:r>
                      <a:rPr lang="de-DE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de-DE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eine </a:t>
                </a:r>
                <a14:m>
                  <m:oMath xmlns:m="http://schemas.openxmlformats.org/officeDocument/2006/math">
                    <m:r>
                      <a:rPr lang="de-DE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de-DE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𝜋</m:t>
                    </m:r>
                  </m:oMath>
                </a14:m>
                <a:r>
                  <a:rPr lang="de-DE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-periodische Funktion, die durch eine </a:t>
                </a:r>
                <a:r>
                  <a:rPr lang="de-DE" dirty="0" err="1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Fourierreihe</a:t>
                </a:r>
                <a:r>
                  <a:rPr lang="de-DE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dargestellt werden kann:</a:t>
                </a:r>
                <a:endParaRPr lang="de-CH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C1181DFF-0712-5DCD-55CD-17D2251A9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937" y="1327759"/>
                <a:ext cx="9650527" cy="369332"/>
              </a:xfrm>
              <a:prstGeom prst="rect">
                <a:avLst/>
              </a:prstGeom>
              <a:blipFill>
                <a:blip r:embed="rId4"/>
                <a:stretch>
                  <a:fillRect l="-569" t="-10000" b="-26667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2925C51B-F79B-6212-EDD3-F3CD42353975}"/>
                  </a:ext>
                </a:extLst>
              </p:cNvPr>
              <p:cNvSpPr txBox="1"/>
              <p:nvPr/>
            </p:nvSpPr>
            <p:spPr>
              <a:xfrm>
                <a:off x="854524" y="1947536"/>
                <a:ext cx="4076436" cy="77912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d>
                                <m:dPr>
                                  <m:ctrlP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𝑛𝑡</m:t>
                                  </m:r>
                                </m:e>
                              </m:d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DE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d>
                                <m:dPr>
                                  <m:ctrlP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𝑛𝑡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de-CH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2925C51B-F79B-6212-EDD3-F3CD423539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524" y="1947536"/>
                <a:ext cx="4076436" cy="7791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9C913DFD-0885-02BC-0BEA-273B7AE10BEF}"/>
                  </a:ext>
                </a:extLst>
              </p:cNvPr>
              <p:cNvSpPr txBox="1"/>
              <p:nvPr/>
            </p:nvSpPr>
            <p:spPr>
              <a:xfrm>
                <a:off x="760120" y="2977105"/>
                <a:ext cx="54379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Dann gelten (</a:t>
                </a:r>
                <a:r>
                  <a:rPr lang="de-DE" b="1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Berechnung der Koeffizienten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de-DE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𝑏</m:t>
                        </m:r>
                      </m:e>
                      <m:sub>
                        <m:r>
                          <a:rPr lang="de-DE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):</a:t>
                </a:r>
                <a:endParaRPr lang="de-CH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9C913DFD-0885-02BC-0BEA-273B7AE10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120" y="2977105"/>
                <a:ext cx="5437964" cy="369332"/>
              </a:xfrm>
              <a:prstGeom prst="rect">
                <a:avLst/>
              </a:prstGeom>
              <a:blipFill>
                <a:blip r:embed="rId6"/>
                <a:stretch>
                  <a:fillRect l="-1009" t="-8197" b="-24590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4C90A549-A1CB-16DB-7712-0B73613D124A}"/>
                  </a:ext>
                </a:extLst>
              </p:cNvPr>
              <p:cNvSpPr txBox="1"/>
              <p:nvPr/>
            </p:nvSpPr>
            <p:spPr>
              <a:xfrm>
                <a:off x="854524" y="3744540"/>
                <a:ext cx="2574936" cy="83933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limLoc m:val="undOvr"/>
                          <m:ctrl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p>
                        <m:e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func>
                            <m:funcPr>
                              <m:ctrlP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DE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𝑛𝑡</m:t>
                                  </m:r>
                                </m:e>
                              </m:d>
                            </m:e>
                          </m:func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de-CH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4C90A549-A1CB-16DB-7712-0B73613D12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524" y="3744540"/>
                <a:ext cx="2574936" cy="83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24125469-C2E6-F602-DBA9-72E1F5F36D3A}"/>
                  </a:ext>
                </a:extLst>
              </p:cNvPr>
              <p:cNvSpPr txBox="1"/>
              <p:nvPr/>
            </p:nvSpPr>
            <p:spPr>
              <a:xfrm>
                <a:off x="4873357" y="3979540"/>
                <a:ext cx="20377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</a:t>
                </a:r>
                <a:r>
                  <a:rPr lang="de-DE" b="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ür alle </a:t>
                </a:r>
                <a14:m>
                  <m:oMath xmlns:m="http://schemas.openxmlformats.org/officeDocument/2006/math">
                    <m:r>
                      <a:rPr lang="de-DE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de-DE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∈</m:t>
                    </m:r>
                    <m:r>
                      <a:rPr lang="de-DE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ℕ</m:t>
                    </m:r>
                    <m:r>
                      <a:rPr lang="de-DE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de-DE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DE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0</m:t>
                        </m:r>
                      </m:e>
                    </m:d>
                  </m:oMath>
                </a14:m>
                <a:endParaRPr lang="de-CH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24125469-C2E6-F602-DBA9-72E1F5F36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3357" y="3979540"/>
                <a:ext cx="2037737" cy="369332"/>
              </a:xfrm>
              <a:prstGeom prst="rect">
                <a:avLst/>
              </a:prstGeom>
              <a:blipFill>
                <a:blip r:embed="rId8"/>
                <a:stretch>
                  <a:fillRect l="-2388" t="-10000" b="-26667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3682F2DD-68DC-6D60-D717-DDDCD2716245}"/>
                  </a:ext>
                </a:extLst>
              </p:cNvPr>
              <p:cNvSpPr txBox="1"/>
              <p:nvPr/>
            </p:nvSpPr>
            <p:spPr>
              <a:xfrm>
                <a:off x="854524" y="5110575"/>
                <a:ext cx="2628605" cy="83478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limLoc m:val="undOvr"/>
                          <m:ctrl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p>
                        <m:e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func>
                            <m:funcPr>
                              <m:ctrlP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𝑛𝑡</m:t>
                                  </m:r>
                                </m:e>
                              </m:d>
                            </m:e>
                          </m:func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de-CH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3682F2DD-68DC-6D60-D717-DDDCD27162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524" y="5110575"/>
                <a:ext cx="2628605" cy="83478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82442372-C052-C122-8BA5-27D0EA3248E0}"/>
                  </a:ext>
                </a:extLst>
              </p:cNvPr>
              <p:cNvSpPr txBox="1"/>
              <p:nvPr/>
            </p:nvSpPr>
            <p:spPr>
              <a:xfrm>
                <a:off x="4873357" y="5343299"/>
                <a:ext cx="14710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</a:t>
                </a:r>
                <a:r>
                  <a:rPr lang="de-DE" b="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ür alle </a:t>
                </a:r>
                <a14:m>
                  <m:oMath xmlns:m="http://schemas.openxmlformats.org/officeDocument/2006/math">
                    <m:r>
                      <a:rPr lang="de-DE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de-DE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∈</m:t>
                    </m:r>
                    <m:r>
                      <a:rPr lang="de-DE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ℕ</m:t>
                    </m:r>
                  </m:oMath>
                </a14:m>
                <a:endParaRPr lang="de-CH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82442372-C052-C122-8BA5-27D0EA324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3357" y="5343299"/>
                <a:ext cx="1471044" cy="369332"/>
              </a:xfrm>
              <a:prstGeom prst="rect">
                <a:avLst/>
              </a:prstGeom>
              <a:blipFill>
                <a:blip r:embed="rId10"/>
                <a:stretch>
                  <a:fillRect l="-3306" t="-10000" b="-26667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feld 1">
            <a:extLst>
              <a:ext uri="{FF2B5EF4-FFF2-40B4-BE49-F238E27FC236}">
                <a16:creationId xmlns:a16="http://schemas.microsoft.com/office/drawing/2014/main" id="{D4B98A6C-BE2B-940D-8A0A-22A1867055E9}"/>
              </a:ext>
            </a:extLst>
          </p:cNvPr>
          <p:cNvSpPr txBox="1"/>
          <p:nvPr/>
        </p:nvSpPr>
        <p:spPr>
          <a:xfrm>
            <a:off x="10766610" y="6488668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Mathematik</a:t>
            </a:r>
          </a:p>
          <a:p>
            <a:r>
              <a:rPr lang="de-DE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Peter Köppel, 2024</a:t>
            </a:r>
            <a:endParaRPr lang="de-CH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5066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 animBg="1"/>
      <p:bldP spid="10" grpId="0"/>
      <p:bldP spid="13" grpId="0" animBg="1"/>
      <p:bldP spid="18" grpId="0"/>
      <p:bldP spid="19" grpId="0" animBg="1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E591C498-AE80-1A16-AD86-79FAD06B5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Abzeichen Tick1 mit einfarbiger Füllung">
            <a:extLst>
              <a:ext uri="{FF2B5EF4-FFF2-40B4-BE49-F238E27FC236}">
                <a16:creationId xmlns:a16="http://schemas.microsoft.com/office/drawing/2014/main" id="{FED1E9E7-D0C3-2ED0-5487-C3FF851BB7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89482" y="67012"/>
            <a:ext cx="358609" cy="358609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9196F732-2095-E4F0-CEFE-5386FF032765}"/>
              </a:ext>
            </a:extLst>
          </p:cNvPr>
          <p:cNvSpPr txBox="1"/>
          <p:nvPr/>
        </p:nvSpPr>
        <p:spPr>
          <a:xfrm>
            <a:off x="402519" y="246317"/>
            <a:ext cx="89416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8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3-5</a:t>
            </a:r>
            <a:r>
              <a:rPr lang="de-DE" sz="48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-Beispiel mit Python</a:t>
            </a:r>
            <a:endParaRPr lang="de-CH" sz="32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579F3F06-7230-8FE9-711E-9BA512D1E0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882" y="1077314"/>
            <a:ext cx="8261405" cy="5492808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B495B257-AC92-292E-C03A-45F43B3984C7}"/>
              </a:ext>
            </a:extLst>
          </p:cNvPr>
          <p:cNvSpPr txBox="1"/>
          <p:nvPr/>
        </p:nvSpPr>
        <p:spPr>
          <a:xfrm>
            <a:off x="10766610" y="6488668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Mathematik</a:t>
            </a:r>
          </a:p>
          <a:p>
            <a:r>
              <a:rPr lang="de-DE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Peter Köppel, 2024</a:t>
            </a:r>
            <a:endParaRPr lang="de-CH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1370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1DFE4807-1482-CC8E-B201-7516E51B3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Abzeichen Tick1 mit einfarbiger Füllung">
            <a:extLst>
              <a:ext uri="{FF2B5EF4-FFF2-40B4-BE49-F238E27FC236}">
                <a16:creationId xmlns:a16="http://schemas.microsoft.com/office/drawing/2014/main" id="{82C00B43-0068-18FC-EBF1-A0586D33F6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89482" y="67012"/>
            <a:ext cx="358609" cy="358609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8917FBF4-BA66-7D99-1648-01F09971580E}"/>
              </a:ext>
            </a:extLst>
          </p:cNvPr>
          <p:cNvSpPr txBox="1"/>
          <p:nvPr/>
        </p:nvSpPr>
        <p:spPr>
          <a:xfrm>
            <a:off x="402519" y="246317"/>
            <a:ext cx="89416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8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3-6</a:t>
            </a:r>
            <a:r>
              <a:rPr lang="de-DE" sz="48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-Beispiel mit Audacity</a:t>
            </a:r>
            <a:endParaRPr lang="de-CH" sz="32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28B21409-24F0-E5DC-C082-F63FE217B7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461" y="1159716"/>
            <a:ext cx="8352310" cy="5274214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60EFBFC2-AAC5-F63F-F864-7AEBA9798415}"/>
              </a:ext>
            </a:extLst>
          </p:cNvPr>
          <p:cNvSpPr txBox="1"/>
          <p:nvPr/>
        </p:nvSpPr>
        <p:spPr>
          <a:xfrm>
            <a:off x="10766610" y="6488668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Mathematik</a:t>
            </a:r>
          </a:p>
          <a:p>
            <a:r>
              <a:rPr lang="de-DE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Peter Köppel, 2024</a:t>
            </a:r>
            <a:endParaRPr lang="de-CH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38531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egment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2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4851359A6CEC144873B6131B253D6F6" ma:contentTypeVersion="4" ma:contentTypeDescription="Ein neues Dokument erstellen." ma:contentTypeScope="" ma:versionID="404ba3b416276c693c4c788116b2f284">
  <xsd:schema xmlns:xsd="http://www.w3.org/2001/XMLSchema" xmlns:xs="http://www.w3.org/2001/XMLSchema" xmlns:p="http://schemas.microsoft.com/office/2006/metadata/properties" xmlns:ns2="26224440-3e8d-4051-932e-5f6e0e6542ad" targetNamespace="http://schemas.microsoft.com/office/2006/metadata/properties" ma:root="true" ma:fieldsID="796350421ab145b3b62d421d06b4134a" ns2:_="">
    <xsd:import namespace="26224440-3e8d-4051-932e-5f6e0e6542a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224440-3e8d-4051-932e-5f6e0e6542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0AE18E0-0F05-4C83-A668-261616CE91DD}"/>
</file>

<file path=customXml/itemProps2.xml><?xml version="1.0" encoding="utf-8"?>
<ds:datastoreItem xmlns:ds="http://schemas.openxmlformats.org/officeDocument/2006/customXml" ds:itemID="{AE37534C-5677-4637-A35F-4D240E8AFD43}"/>
</file>

<file path=customXml/itemProps3.xml><?xml version="1.0" encoding="utf-8"?>
<ds:datastoreItem xmlns:ds="http://schemas.openxmlformats.org/officeDocument/2006/customXml" ds:itemID="{2B467F6A-3346-4B92-8D8D-3A2863F3AC1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426</Words>
  <Application>Microsoft Office PowerPoint</Application>
  <PresentationFormat>Breitbild</PresentationFormat>
  <Paragraphs>86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5" baseType="lpstr">
      <vt:lpstr>Calibri</vt:lpstr>
      <vt:lpstr>Cambria Math</vt:lpstr>
      <vt:lpstr>Century Gothic</vt:lpstr>
      <vt:lpstr>Wingdings 3</vt:lpstr>
      <vt:lpstr>Segment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Köppel</dc:creator>
  <cp:lastModifiedBy>Peter Köppel</cp:lastModifiedBy>
  <cp:revision>3</cp:revision>
  <dcterms:created xsi:type="dcterms:W3CDTF">2024-02-07T10:18:08Z</dcterms:created>
  <dcterms:modified xsi:type="dcterms:W3CDTF">2024-09-30T19:49:51Z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0x01010044851359A6CEC144873B6131B253D6F6</vt:lpwstr>
  </property>
</Properties>
</file>